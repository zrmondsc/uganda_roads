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17"/>
  </p:notesMasterIdLst>
  <p:handoutMasterIdLst>
    <p:handoutMasterId r:id="rId18"/>
  </p:handoutMasterIdLst>
  <p:sldIdLst>
    <p:sldId id="410" r:id="rId5"/>
    <p:sldId id="391" r:id="rId6"/>
    <p:sldId id="408" r:id="rId7"/>
    <p:sldId id="407" r:id="rId8"/>
    <p:sldId id="405" r:id="rId9"/>
    <p:sldId id="406" r:id="rId10"/>
    <p:sldId id="404" r:id="rId11"/>
    <p:sldId id="413" r:id="rId12"/>
    <p:sldId id="414" r:id="rId13"/>
    <p:sldId id="415" r:id="rId14"/>
    <p:sldId id="411" r:id="rId15"/>
    <p:sldId id="39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65385" autoAdjust="0"/>
  </p:normalViewPr>
  <p:slideViewPr>
    <p:cSldViewPr snapToGrid="0">
      <p:cViewPr varScale="1">
        <p:scale>
          <a:sx n="41" d="100"/>
          <a:sy n="41" d="100"/>
        </p:scale>
        <p:origin x="1628" y="3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t>12/2/2025</a:t>
            </a:fld>
            <a:endParaRPr lang="en-US" dirty="0"/>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t>‹#›</a:t>
            </a:fld>
            <a:endParaRPr lang="en-US" dirty="0"/>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2T10:31:50.602"/>
    </inkml:context>
    <inkml:brush xml:id="br0">
      <inkml:brushProperty name="width" value="0.2" units="cm"/>
      <inkml:brushProperty name="height" value="0.2" units="cm"/>
      <inkml:brushProperty name="color" value="#E71224"/>
    </inkml:brush>
  </inkml:definitions>
  <inkml:trace contextRef="#ctx0" brushRef="#br0">1 543 24575,'0'-5'2,"0"0"0,1 0-1,0 0 1,-1 0 0,2 0-1,-1 0 1,1 0 0,-1 0-1,1 0 1,1 1 0,-1-1-1,1 1 1,0 0 0,0-1-1,0 1 1,0 0 0,1 1-1,-1-1 1,1 1 0,7-5-1,4-2-24,1 0-1,1 2 0,0 0 1,22-7-1,-21 8-35,16-8-272,-1-2-1,37-25 1,-47 27 130,1 0 1,0 2-1,1 1 0,1 1 1,36-11-1,180-57-620,-187 59 737,26-16-318,9-2-76,55-11 1451,-144 48-949,0 1 0,0 0 0,0-1 0,0 1-1,0 0 1,0 0 0,1 0 0,-1 0 0,0 0 0,0 0 0,0 0 0,0 0 0,1 0 0,-1 0 0,0 1 0,0-1 0,0 0 0,0 1 0,1 0-1,-1-1 12,-1 1-1,1 0 0,-1-1 0,1 1 0,-1 0 0,0-1 1,1 1-1,-1 0 0,0-1 0,1 1 0,-1 0 0,0 0 1,0-1-1,0 1 0,0 0 0,0 0 0,0 0 0,0-1 1,0 1-1,0 0 0,0 1 0,-3 6 183,1 1 0,-1-1 1,0 0-1,-6 10 0,2-2-426,-3 7 375,-1 0 1,-1-1 0,-1-1 0,-23 29 0,-2 5 44,0-6-430,29-38 137,0 0 0,1 0 0,0 1 0,1 0 0,-9 18 0,4-2 260,-1 0 0,-2-2-1,-27 40 1,4-19-178,25-33 0,2 0 0,0 1 0,-15 27 0,4-2 0,-22 51 0,44-90 1,-1 0 0,1 1 0,-1-1 0,1 0-1,0 0 1,-1 0 0,1 0 0,0 0 0,0 1-1,0-1 1,0 0 0,0 0 0,0 0 0,0 1 0,0-1-1,0 0 1,0 0 0,1 0 0,-1 0 0,0 1-1,1-1 1,-1 0 0,1 0 0,0 0 0,-1 0 0,1 0-1,0 0 1,-1 0 0,1 0 0,0-1 0,0 1-1,0 0 1,0 0 0,0-1 0,0 1 0,0 0 0,0-1-1,0 1 1,0-1 0,0 0 0,1 1 0,-1-1-1,0 0 1,0 1 0,0-1 0,0 0 0,1 0 0,-1 0-1,1 0 1,7 0-35,-1 0 0,0 0 0,0-1 0,1 0 0,13-4-1,2-3-232,0-1-1,-1-1 0,27-16 1,-32 17 128,-7 4-55,1 0 1,-1 1-1,1 1 0,0 0 0,12-1 0,-12 2 200,0 0 1,-1-1-1,1-1 1,-1 1 0,14-8-1,29-19-7,85-42 3,-119 64-4,0 0 1,0 1 0,1 2 0,-1 0 0,28-3 0,-14 3 55,0-2 1,52-16 0,-53 13-81,-32 9 28,0 1 1,0 0 0,0-1 0,0 1-1,0 0 1,0-1 0,0 1 0,0 0-1,0 0 1,0 0 0,1 0-1,-1 0 1,0 0 0,0 0 0,0 0-1,0 1 1,0-1 0,0 0 0,0 1-1,0-1 1,1 1 0,-1 0 23,-1 0 1,0 0 0,1-1-1,-1 1 1,0 0 0,0 0-1,1-1 1,-1 1-1,0 0 1,0 0 0,0 0-1,0-1 1,0 1 0,0 0-1,-1 0 1,1-1 0,0 1-1,0 0 1,0 0-1,-1-1 1,0 2 0,-3 8 161,-1-1 0,-1 0 0,-7 10 1,11-15-291,-53 63 284,-5 9 592,53-66-807,-22 35-144,-2-1 1,-59 62-1,84-98 177,-1 0 0,1 1 0,1 0 0,-1 0 0,1 0 0,-6 18 0,6-15 0,0 0 0,-1-1 0,0 0 0,-9 12 0,5-11 52,4-6 41,0 1-1,1 0 1,-7 11 0,11-17-85,1 0 1,-1 0-1,0 1 1,1-1-1,-1 0 0,1 0 1,0 1-1,-1-1 1,1 0-1,0 0 0,0 1 1,0-1-1,0 0 1,0 0-1,0 1 1,0-1-1,0 0 0,0 1 1,1-1-1,-1 0 1,0 0-1,1 1 0,-1-1 1,1 0-1,-1 0 1,1 0-1,0 0 0,0 0 1,1 2-1,-1-2-8,0-1 0,0 1 0,0 0 0,1-1 0,-1 1 0,0-1 0,1 1 0,-1-1 0,0 0 0,1 1 0,-1-1 0,1 0 0,-1 0 0,0 0 0,1 0 0,-1 0 0,0 0 0,1-1 0,-1 1 0,1 0 0,-1-1 0,0 1 0,0-1 0,2 0 0,37-21 0,-25 13 0,21-9 0,-2-3 0,45-33 0,8-10-1747,128-70-1,-201 124 1572,0 1 0,22-21 0,-25 20 144,0 0-1,0 1 0,1 1 0,16-9 0,5 1 51,70-37 80,-9 1-98,-30 19 0,-60 31 53,-1 0 0,0 0 0,0 1 0,1 0 1,-1-1-1,0 1 0,1 0 0,4 0 0,-7 1-30,0 0 0,0 0 1,0 0-1,1 1 0,-1-1 1,0 0-1,0 0 0,0 1 1,0-1-1,0 1 0,0-1 1,0 1-1,0-1 0,0 1 1,0 0-1,-1-1 0,1 1 1,0 0-1,0 0 0,-1 0 1,1-1-1,0 1 0,-1 0 1,1 0-1,-1 0 0,1 0 1,-1 0-1,1 0 0,-1 0 1,0 0-1,1 2 0,0 0 83,-1 0 0,1 0 0,-1 1 0,1-1-1,-1 0 1,0 1 0,0-1 0,-1 0 0,1 1 0,-1-1-1,1 0 1,-1 0 0,0 1 0,0-1 0,-1 0 0,-1 3-1,-3 5 204,-1 1 0,-17 18-1,-3 7-947,-9 20 480,-41 73 37,-32 58-525,99-174 793,1 1 1,0 1-1,2-1 0,-13 33 0,20-46-142,0 0-1,-1 0 1,1-1-1,0 1 0,0 0 1,0 0-1,0-1 1,0 1-1,1 0 1,-1-1-1,0 1 1,1 0-1,-1 0 0,1-1 1,0 1-1,0-1 1,-1 1-1,1-1 1,0 1-1,0-1 1,0 1-1,1-1 1,-1 0-1,0 0 0,0 1 1,1-1-1,-1 0 1,1 0-1,-1 0 1,1-1-1,-1 1 1,1 0-1,-1-1 1,1 1-1,0 0 0,-1-1 1,4 1-1,6 1 104,1 0-1,0 0 0,0-1 1,15-1-1,-22 0 54,-1 0-146,25 1-178,0-1-1,0-2 1,0-1-1,44-10 1,13-6 133,-49 11-894,37-12 0,47-13 466,2-1 361,-87 23 96,0 2-1,1 2 0,0 1 0,0 2 0,1 1 0,40 3 1,-60-1-238,1-1 0,-2 0 0,27-7 0,-27 4 401,0 2 0,0 0-1,31 0 1,-46 3-100,0 0 0,1 0 0,-1 0 0,0 0 0,1 1 0,-1-1 0,0 1 0,1-1 0,-1 1 0,0 0 0,0 0 1,0 0-1,0 0 0,0 0 0,0 1 0,0-1 0,0 1 0,2 1 0,-3-1 0,0 0 0,0 0-1,0-1 1,0 1 0,-1 0 0,1 0 0,0 0-1,-1 0 1,0 0 0,1 0 0,-1 0-1,0 0 1,0 0 0,0 0 0,0 0 0,-1 4-1,-1 2-19,0 0 0,-1 0 0,0 0-1,0-1 1,-1 1 0,0-1-1,0 0 1,-11 14 0,7-10 68,0 1-1,1 1 1,1-1 0,0 1 0,1 0 0,0 1-1,-4 16 1,6-15-569,-2-1 0,0 0 1,0 0-1,-2 0 0,1-1 0,-14 19 0,4-11 441,1 2 1,1 0-1,1 0 1,1 1-1,-18 50 0,-11 34-76,7-20 1174,33-87-1049,1 0 1,-1 0 0,1 1 0,0-1 0,-1 0-1,1 0 1,0 0 0,0 0 0,0 0 0,0 1-1,0-1 1,0 0 0,0 0 0,0 0 0,1 0-1,-1 1 1,0-1 0,1 0 0,-1 0 0,1 0 0,-1 0-1,1 0 1,0 0 0,-1 0 0,1 0 0,0 0-1,-1 0 1,1 0 0,0-1 0,0 1 0,0 0-1,0-1 1,0 1 0,0 0 0,0-1 0,0 1-1,0-1 1,0 1 0,0-1 0,1 0 0,-1 0 0,0 1-1,1-1 1,8 1 209,0 1 1,0-2-1,-1 0 0,14-1 1,-10 1-164,6-1 43,-6 0-491,0 1-1,0 1 1,25 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2T10:31:52.293"/>
    </inkml:context>
    <inkml:brush xml:id="br0">
      <inkml:brushProperty name="width" value="0.2" units="cm"/>
      <inkml:brushProperty name="height" value="0.2" units="cm"/>
      <inkml:brushProperty name="color" value="#E71224"/>
    </inkml:brush>
  </inkml:definitions>
  <inkml:trace contextRef="#ctx0" brushRef="#br0">0 291 24575,'299'0'0,"-275"-2"0,0 0 0,1-2 0,35-11 0,-25 7 0,61-20 0,-64 18 0,0 0 0,1 3 0,34-5 0,-21 10-102,-25 1-97,0-1 1,0 0-1,23-7 0,-2-3 15,-1-2 0,43-22 0,51-15 940,-6 2-63,-124 47-693,1-1 0,0 1 0,-1 0 0,1 1 0,0-1 0,0 1 0,11 0 0,-15 1 0,0 0 0,0 0 0,0 0 0,0 1 0,0-1 0,0 0 0,0 1 0,0 0 0,0 0 0,-1-1 0,1 1 0,0 0 0,0 0 0,-1 1 0,1-1 0,-1 0 0,1 0 0,-1 1 0,1-1 0,-1 1 0,0 0 0,1-1 0,-1 1 0,0 0 0,0-1 0,1 5 0,1 3-44,0 1 0,0 0 0,-1 0 0,-1 0 0,1 0 0,-2 0-1,1 0 1,-1 0 0,-1 0 0,0 0 0,0 1 0,-1-1 0,-4 12 0,-2 2-80,0 0 1,-2-1-1,-1 0 1,-16 25-1,-14 16 124,27-46 0,1 2 0,1-1 0,1 1 0,1 1 0,-10 26 0,-14 51 0,28-85 0,-1 0 0,1-1 0,-2 0 0,0 0 0,-13 14 0,0 0 0,1 2 0,2 0 0,0 1 0,2 1 0,-17 42 0,26-57 0,-11 20-278,-2-1 0,-40 54 0,32-55 278,22-27 0,0 0 0,0 1 0,1-1 0,0 1 0,1 0 0,-1 1 0,1-1 0,1 1 0,-5 13 0,4-7 50,2-8 43,0 1 0,0-1 0,1 0 0,0 1 0,0-1-1,1 11 1,0-16-76,0 0 0,0 0 0,1 0 0,-1 0-1,0 0 1,1 0 0,-1 0 0,1 0 0,-1 0 0,1 0-1,-1-1 1,1 1 0,-1 0 0,1 0 0,0 0 0,-1-1-1,1 1 1,0 0 0,1 0 0,0 0-7,-1-1 1,1 1-1,0 0 0,0-1 1,0 1-1,0-1 0,0 0 1,0 0-1,0 0 1,0 0-1,0 0 0,0 0 1,3-1-1,3-1-12,0 0 0,0 0-1,-1-1 1,1 0 0,-1 0-1,1-1 1,11-8 0,2-3-17,21-21 0,-29 24 12,0 1 0,1 0 0,0 1 0,30-16 0,7 0 7,72-49 0,-69 40 0,167-118-2079,-177 122 1911,-23 18 168,0 0 0,35-14 0,-30 16 0,36-23 0,113-69-3851,-146 88 3636,0 1-1,51-17 1,-46 19 134,54-27-1,-64 26 136,112-59 811,-133 70-767,0 1-1,0 0 0,0 0 0,1 0 0,-1 0 0,0 0 0,0 1 0,1-1 0,-1 1 0,5 0 1,-8 0-31,1 1 0,0-1 0,0 0 0,0 0 1,0 1-1,0-1 0,-1 0 0,1 1 0,0-1 0,0 1 1,-1-1-1,1 1 0,0 0 0,-1-1 0,1 1 1,-1 0-1,1-1 0,-1 1 0,1 0 0,-1 0 1,1-1-1,-1 1 0,1 0 0,-1 0 0,0 0 1,0-1-1,1 1 0,-1 0 0,0 0 0,0 0 0,0 0 1,0 0-1,0 0 0,0 0 0,0-1 0,0 1 1,-1 0-1,1 0 0,0 0 0,0 0 0,-1 0 1,0 1-1,-3 7 142,1 1 0,-2-1 0,1 0 0,-2-1 0,1 1 1,-1-1-1,0 0 0,-1 0 0,-13 12 0,10-10 20,0 1 1,1 1-1,-14 20 0,9-5-220,4-8-38,-1 0 0,-1 0 0,-26 32-1,-17 19-543,11-13 607,32-41-64,1 1-1,0 0 0,-9 21 0,9-18-911,0 0 0,-14 18 0,23-36 796,1 1 0,-1-1 0,1 0 0,0 0-1,-1 1 1,1-1 0,0 0 0,0 1-1,1-1 1,-1 1 0,1 0 0,-1-1-1,1 1 1,0 2 0,0-4 103,0 0 1,0-1-1,0 1 0,0 0 1,0-1-1,1 1 0,-1 0 0,0-1 1,1 1-1,-1 0 0,0-1 1,1 1-1,-1-1 0,1 1 0,-1-1 1,1 1-1,-1-1 0,1 1 1,-1-1-1,1 1 0,0 0 0,1-1 39,0 1 0,-1-1 0,1 1-1,0-1 1,0 0 0,-1 0 0,1 1 0,0-1-1,0 0 1,-1-1 0,1 1 0,2-1-1,10-2 225,-2-1-1,1 0 0,0-1 0,17-10 1,-6 3 649,37-24 1535,-47 27-2025,1 0 1,0 1 0,24-9-1,-17 7-368,0-1 0,0-1-1,-1 0 1,0-2 0,18-16-1,38-24-1003,-31 26 702,21-12-1300,81-64 0,-125 84 1533,-12 11-29,-1-1 1,1 2-1,1 0 1,0 0 0,17-8-1,-2 5 137,104-51 485,-129 60-483,1 1 1,0 0-1,0-1 1,-1 1-1,1 0 0,0 0 1,0 1-1,0-1 0,0 1 1,0-1-1,0 1 1,6 0-1,-8 1-6,-1-1 0,1 0 0,0 0 0,0 1 1,0-1-1,-1 0 0,1 1 0,0-1 0,0 1 0,-1-1 0,1 1 1,0-1-1,-1 1 0,1-1 0,-1 1 0,1 0 0,0-1 0,-1 1 1,1 1-1,0 0-1,-1-1 1,1 1-1,-1 0 1,1 0-1,-1 0 1,0-1-1,0 1 1,0 0-1,0 0 1,0 0-1,0 0 1,-1 2-1,-2 8 127,0 1-1,-1-1 0,0 0 0,-9 17 0,6-16-41,1 1 1,-7 27-1,7-16-181,0 0-1,-2-1 1,0 0 0,-2 0-1,-1-1 1,-1 0 0,-28 42-1,24-42 44,1 1-1,1 1 0,1 0 1,-16 44-1,-17 34-11,-17-5 20,-1 2 0,56-86-15,4-7 32,0 0 1,0-1-1,1 1 0,0 1 1,-3 12-1,5-19 11,1 1 0,0-1 0,0 1 0,0-1 0,0 1 0,0-1 0,0 1-1,0 0 1,1-1 0,-1 1 0,1-1 0,-1 1 0,1-1 0,-1 1 0,1-1 0,0 0-1,0 1 1,0-1 0,-1 0 0,1 0 0,0 1 0,1-1 0,-1 0 0,0 0-1,0 0 1,0 0 0,1 0 0,-1-1 0,0 1 0,1 0 0,-1 0 0,1-1 0,2 1-1,0 1 0,1-1-1,0 0 0,-1-1 1,1 1-1,0-1 1,-1 0-1,1 0 0,0 0 1,-1 0-1,1-1 0,0 0 1,-1 0-1,1 0 0,-1-1 1,8-3-1,7-4 199,0-1-1,22-17 1,5-2-36,-17 13-189,-7 3 0,34-13 0,-55 25 0,1 0 0,-1 1 0,0 0 0,0-1 0,0 1 0,1 0 0,-1 0 0,0 0 0,0-1 0,1 1 0,-1 0 0,0 1 0,0-1 0,1 0 0,-1 0 0,0 1 0,0-1 0,0 0 0,1 1 0,-1-1 0,0 1 0,1 0 0,0 1 0,-1-1 0,0 1 0,1-1 0,-1 1 0,0-1 0,0 1 0,0 0 0,0-1 0,0 1 0,-1 0 0,1 0 0,1 3 0,0 7 0,-1-1 0,0 1 0,0 22 0,-1-26 0,-3 92 0,0-45 0,5 63 0,-1-115-105,-1 1 0,1-1 0,-1 1 0,1-1 0,0 0 0,1 1 0,-1-1 0,0 0 0,1 0 0,0 1 0,0-1 0,2 3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2T10:31:57.330"/>
    </inkml:context>
    <inkml:brush xml:id="br0">
      <inkml:brushProperty name="width" value="0.2" units="cm"/>
      <inkml:brushProperty name="height" value="0.2" units="cm"/>
      <inkml:brushProperty name="color" value="#E71224"/>
    </inkml:brush>
  </inkml:definitions>
  <inkml:trace contextRef="#ctx0" brushRef="#br0">0 377 24575,'3'-1'0,"-1"0"0,1 1 0,-1-1 0,1 0 0,-1 0 0,0 0 0,1 0 0,3-3 0,13-6 0,33-4-888,-37 11 264,0 0 0,0-2-1,0 0 1,0 0 0,-1-1 0,0-1 0,25-17-1,-19 11 393,1 0 0,0 1 0,1 0 0,0 2 0,27-8 0,-3 0 119,-23 9 113,-10 2 0,1 2 0,0 0 0,0 0 0,0 2 0,18-3 0,-21 5 0,-1-1 0,1 0 0,0 0 0,-1-1 0,0 0 0,1-1 0,-1 0 0,-1-1 0,1 0 0,10-7 0,0 0 713,1 0-1,0 2 1,37-13 0,27-13 1351,-81 34-1900,-1 0 1,1 1-1,-1-1 0,1 1 1,0 0-1,-1 0 0,7-1 1,-9 2-157,0 0 0,0 0 0,0 0 0,1 1 0,-1-1 0,0 0 0,0 0 0,0 1 0,0-1 0,0 1 0,0-1-1,0 1 1,0-1 0,0 1 0,0 0 0,-1-1 0,1 1 0,0 0 0,0 0 0,0 0 0,-1-1 0,1 1 0,0 0 0,-1 0 0,1 0 0,-1 0 0,1 0 0,-1 0 0,0 0 0,1 0 0,-1 2 0,2 5 19,0 0 0,0 0 0,-1 1 1,0-1-1,-1 0 0,0 1 0,-2 14 0,-15 60 390,11-59-283,-5 46 0,7-37-134,-15 58 0,9-48 0,2-11 0,-14 33 0,-4 13 0,25-75 0,0 0 0,1 0 0,-1 0 0,1 0 0,-1 1 0,1-1 0,0 0 0,0 0 0,1 1 0,-1-1 0,1 0 0,-1 0 0,3 6 0,-2-8 0,-1 0 0,1-1 0,-1 1 0,1 0 0,0 0 0,-1 0 0,1 0 0,0-1 0,0 1 0,-1 0 0,1-1 0,0 1 0,0-1 0,0 1 0,0-1 0,0 1 0,2 0 0,-1-1 0,0 0 0,0 0 0,1 0 0,-1 0 0,0 0 0,0 0 0,0 0 0,1-1 0,-1 1 0,0-1 0,3-1 0,12-5-378,0 0-1,-1-1 1,0-1 0,-1-1-1,0 0 1,0-1-1,25-25 1,-31 29 0,1-1-1,0 1 1,1 0 0,0 1 0,0 1 0,0-1 0,21-5 0,-18 6-3,0-1 1,0 0-1,0-1 1,20-13-1,13-12-563,1 3 0,1 2 0,56-23 0,-99 48 939,86-34 1156,4-2 87,70-30 2777,-151 61-3906,-3 1 334,0 0-1,0 1 0,18-5 0,-28 10-374,0-1-1,-1 1 0,1-1 0,0 1 1,0 0-1,0-1 0,-1 1 0,1 0 0,0 0 1,0 0-1,-1 1 0,1-1 0,0 0 1,0 1-1,-1-1 0,1 1 0,0-1 1,-1 1-1,1 0 0,0 0 0,-1 0 1,1 0-1,-1 0 0,0 0 0,1 0 1,-1 0-1,0 1 0,0-1 0,1 0 1,-1 1-1,0-1 0,1 3 0,-2-2-31,1 0 1,0 0-1,-1 1 0,0-1 0,1 0 0,-1 1 0,0-1 0,0 0 0,0 1 0,-1-1 0,1 0 0,-1 1 0,1-1 0,-1 0 0,0 0 1,-1 3-1,-21 37 482,10-21-415,4-4-103,-42 71 0,44-79 0,0 0 0,0-1 0,-1 1 0,0-1 0,0-1 0,-19 14 0,17-14 0,1 1 0,0 0 0,0 1 0,1 0 0,0 0 0,1 1 0,0 0 0,0 0 0,-6 13 0,1-2 0,-17 22 0,22-36-44,-1 0-1,1 0 0,-1-1 0,0 0 1,0 0-1,-11 4 0,11-5-1,-1 0 0,1 1 0,0 0 1,0 0-1,0 1 0,-8 9 0,-14 26 46,24-31 0,-1-1 0,0 0 0,-1 0 0,0-1 0,-1 0 0,0 0 0,-11 8 0,2-6-1,13-9 89,1 1 0,-1 0 1,1 0-1,-1 0 0,-5 6 1,10-9-87,0 1 1,0-1-1,0 0 1,0 0-1,0 0 1,-1 0-1,1 0 1,0 0-1,0 1 1,0-1-1,0 0 1,0 0 0,0 0-1,0 0 1,0 0-1,0 1 1,0-1-1,0 0 1,0 0-1,0 0 1,0 0-1,0 1 1,0-1-1,0 0 1,0 0 0,0 0-1,0 0 1,0 1-1,0-1 1,0 0-1,0 0 1,0 0-1,0 0 1,0 0-1,1 1 1,-1-1-1,0 0 1,0 0 0,0 0-1,0 0 1,9 4 25,12-2-55,-21-2 27,18 0-69,0 0 0,-1-2 0,1 0 0,-1-1 0,1 0 0,-1-2 0,0 0 0,0-1 0,-1-1 0,0 0 0,30-18 0,-18 9-427,57-22 0,10-4-1536,-72 32 1961,1 0 0,1 2-1,0 1 1,0 1 0,0 1 0,27-1-1,34-9 102,-53 7-30,42-17 0,-4 1 0,34-4 0,-91 24 216,22-8-234,58-11 1,-91 22-2,1 1 0,0 0 0,-1 0 1,1 0-1,0 0 0,0 0 0,4 2 0,-8-2 21,1 0-1,0 0 1,-1 1-1,1-1 1,-1 0-1,1 0 1,0 1-1,-1-1 1,1 0-1,-1 1 1,1-1-1,-1 1 1,1-1-1,-1 1 1,0-1-1,1 1 1,-1-1-1,1 1 1,-1-1-1,0 1 1,0 0-1,1-1 1,-1 1-1,0-1 1,0 1-1,0 0 1,0-1-1,1 1 1,-1 0-1,0-1 1,0 1-1,0 0 1,0-1-1,-1 1 1,1 0-1,0-1 1,0 1-1,0 0 1,0-1-1,-1 1 1,1-1-1,0 1 1,-1-1-1,1 1 1,0 0-1,-2 0 1,-14 27 732,-26 36 0,28-46-284,2 0 1,0 1 0,1 1 0,0 0-1,-8 24 1,15-34-443,0-1 0,-1 0 0,-1 0-1,1 0 1,-1-1 0,-11 12 0,-3 4-15,-18 25-86,19-26-21,0 1 0,2 1 0,0 1 1,-19 42-1,35-67 114,1 0-1,-1 0 1,1 1 0,-1-1 0,1 0 0,0 0-1,-1 1 1,1-1 0,0 0 0,0 0-1,0 1 1,0-1 0,0 0 0,0 0 0,0 1-1,0-1 1,1 0 0,-1 0 0,1 1 0,-1-1-1,0 0 1,1 0 0,0 2 0,1-2 1,-1 0-1,0 0 1,1 0 0,-1 0 0,0 0-1,1 0 1,-1-1 0,1 1 0,-1 0 0,1-1-1,0 1 1,-1-1 0,1 0 0,0 1-1,1-1 1,6 0-16,-1 0 0,1 0-1,-1-1 1,0 0 0,15-4-1,-5-1-212,28-12 0,-33 11 235,0 2 0,0 0 0,1 0 0,24-4 0,17 5-5,-34 2-57,0 0-1,31-7 1,26-9-862,-36 9 937,69-26 0,-24 10-33,-61 18 102,39-15-1,-64 22-63,0-1 0,0 1 0,0-1 0,0 1-1,0 0 1,0-1 0,0 1 0,0 0 0,0 0 0,0 0 0,0 0-1,0 0 1,0 0 0,0 0 0,0 0 0,0 0 0,0 0-1,0 0 1,0 1 0,0-1 0,0 0 0,0 1 0,0-1-1,0 1 1,0-1 0,-1 1 0,1-1 0,0 1 0,0 0 0,-1 0-1,1-1 1,0 1 0,-1 0 0,1 0 0,0-1 0,-1 1-1,1 0 1,-1 0 0,1 0 0,-1 0 0,0 0 0,1 0-1,-1 0 1,0 0 0,0 0 0,0 2 0,2 7 105,-1-1 0,-1 1 1,0 0-1,-1 10 0,0-7 76,0 18-191,-1-19-14,2 1 1,-1-1 0,2 0 0,0 1-1,2 14 1,-2-24-2,0-1 0,0 1-1,0 0 1,0 0 0,1 0 0,-1 0 0,1-1 0,-1 1-1,1-1 1,0 1 0,0-1 0,0 0 0,1 0-1,-1 0 1,0 0 0,1 0 0,-1 0 0,1-1 0,0 1-1,-1-1 1,1 1 0,0-1 0,0 0 0,0-1-1,6 2 1,15 2 149,-15-2-365,1-1 0,0 1-1,-1 1 1,0-1 0,1 2-1,12 6 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2T10:32:03.537"/>
    </inkml:context>
    <inkml:brush xml:id="br0">
      <inkml:brushProperty name="width" value="0.2" units="cm"/>
      <inkml:brushProperty name="height" value="0.2" units="cm"/>
      <inkml:brushProperty name="color" value="#E71224"/>
    </inkml:brush>
  </inkml:definitions>
  <inkml:trace contextRef="#ctx0" brushRef="#br0">0 2 24575,'28'0'0,"-4"-1"0,0 1 0,0 1 0,0 2 0,35 7 0,-16 3 0,0 1 0,43 23 0,-67-30 0,0 0 0,1-1 0,29 4 0,-26-5 0,-1 0 0,27 11 0,82 47 0,-36-16 0,2-12 0,-78-29 0,0-1 0,33 4 0,23 5 0,-50-7 0,-13-4 0,-1 0 0,1 0 0,-1 1 0,0 1 0,0 0 0,16 10 0,-15-7 0,1 0 0,27 10 0,-26-12 0,1 0 0,21 15 0,-14-8 0,0-1 0,1-1 0,1 0 0,0-2 0,31 8 0,-14-5 0,-9-2 0,-20-7 0,-1 0 0,0 1 0,0 0 0,0 0 0,-1 2 0,12 6 0,6 6 0,1-2 0,0-1 0,1-1 0,1-2 0,51 14 0,8 9 0,-15-5 0,91 35 0,-94-35 0,-56-22 0,0-1 0,0-1 0,1 0 0,-1-1 0,25 4 0,3-2 0,-1 3 0,69 23 0,-76-22 0,-5 0 0,-12-5 0,0 0 0,0 0 0,1-2 0,31 3 0,-33-5 0,0 0 0,0 1 0,0 1 0,-1 1 0,0 0 0,32 16 0,-30-14 0,-1-1 0,23 5 0,9 3 0,-25-8 0,1-1 0,0-1 0,0-1 0,0-1 0,46-4 0,37 4 0,-90 0 168,36 10-1,7 1-1867</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2T10:32:04.623"/>
    </inkml:context>
    <inkml:brush xml:id="br0">
      <inkml:brushProperty name="width" value="0.2" units="cm"/>
      <inkml:brushProperty name="height" value="0.2" units="cm"/>
      <inkml:brushProperty name="color" value="#E71224"/>
    </inkml:brush>
  </inkml:definitions>
  <inkml:trace contextRef="#ctx0" brushRef="#br0">1 1559 24575,'5'0'0,"1"-1"0,-1 1 0,0-1 0,0-1 0,1 1 0,-1-1 0,0 0 0,8-4 0,39-26 0,-6 3 0,-3 6-983,-1-1 0,57-45 0,-82 55 123,-7 5 364,0 1 0,0 0 0,1 1 1,0 1-1,18-9 0,-9 7 496,-9 5 0,-1-1 0,0 0 0,0-1 0,-1 0 0,1-1 0,-1 1 0,11-11 0,1-2 910,0 2 0,1 0-1,1 1 1,1 1 0,40-17 0,10-6 415,25-28-1325,-18 9 0,35-21 0,-84 56 0,-18 12 0,1 0 0,29-13 0,-28 16 0,-6 3 0,0-1 0,0 0 0,0 0 0,0-1 0,-1-1 0,1 0 0,14-12 0,-15 9 0,1 0 0,0 0 0,1 1 0,0 1 0,0 0 0,1 0 0,0 1 0,23-8 0,20-7-196,-1-2 0,63-37 0,-82 39 81,-27 15 115,0 0 0,1 1-1,-1 0 1,1 1 0,0 0 0,0 1-1,0-1 1,1 2 0,10-3-1,-10 4 1,0 0 0,1-1 0,-1 0 0,0-1 0,0 0 0,-1 0 0,1-1 0,-1 0 0,1-1 0,-2 0 0,1-1 0,15-12 0,-15 11-8,1 0 0,-1 1-1,1 0 1,0 0-1,13-4 1,-8 4 327,26-17 1,-17 8-289,0 2 0,1 0 1,30-9-1,-28 10-39,-12 5 8,-1-1 0,0 0 0,-1-1 0,18-15 0,-16 11 0,1 2 0,25-15 0,61-36 0,-90 56 0,-1 1 0,1 1 0,0 0 0,0 0 0,1 1 0,21-2 0,-16 3 0,0-2 0,23-7 0,-27 5 0,-1 0 0,0-1 0,14-10 0,-14 8 0,0 1 0,22-9 0,-17 8-376,0 0-1,27-18 1,-42 25 140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2T10:32:05.912"/>
    </inkml:context>
    <inkml:brush xml:id="br0">
      <inkml:brushProperty name="width" value="0.2" units="cm"/>
      <inkml:brushProperty name="height" value="0.2" units="cm"/>
      <inkml:brushProperty name="color" value="#E71224"/>
    </inkml:brush>
  </inkml:definitions>
  <inkml:trace contextRef="#ctx0" brushRef="#br0">1 1 24575,'22'0'0,"11"0"0,0 1 0,33 5 0,-55-4 0,0 0 0,-1 1 0,1 1 0,-1-1 0,1 2 0,-1-1 0,0 1 0,-1 1 0,18 12 0,-13-8 0,0-1 0,1 0 0,0-1 0,1-1 0,0-1 0,28 9 0,5-4 0,-30-7 0,0 1 0,0 0 0,30 14 0,99 46 0,-136-60 0,31 13 29,49 19-222,107 35-866,-74-16 1061,-86-36-624,1-3-1,52 17 1,-56-24 394,0 1 1,-1 1 0,38 20-1,53 23 228,-71-34 0,-9 0-31,42 14 226,84 32 3402,-149-58-3533,0 2-1,0 0 0,24 17 1,-25-14-70,2-1 1,40 17-1,11-6-479,-46-16 145,0 1-1,-1 2 1,31 15-1,98 45-806,-93-45 862,-44-17 552,2-2 0,-1 0 0,1-1 0,0-1 0,0-1 0,32 2 0,-33-5 81,35 8 0,-33-4-1704,1 2 1,39 16-1,-44-14-2054</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2T10:32:06.860"/>
    </inkml:context>
    <inkml:brush xml:id="br0">
      <inkml:brushProperty name="width" value="0.2" units="cm"/>
      <inkml:brushProperty name="height" value="0.2" units="cm"/>
      <inkml:brushProperty name="color" value="#E71224"/>
    </inkml:brush>
  </inkml:definitions>
  <inkml:trace contextRef="#ctx0" brushRef="#br0">0 1303 24575,'4'0'0,"64"-3"0,-60 2 0,-1-1 0,0 1 0,-1-1 0,1-1 0,0 1 0,-1-1 0,11-6 0,-11 5 0,24-16 0,1 2 0,1 1 0,0 1 0,38-12 0,-24 12 0,0-3 0,-1-1 0,44-28 0,-34 14 0,-38 22 0,1 0 0,1 2 0,-1 1 0,23-9 0,-28 13 0,-1 0 0,-1-1 0,1 0 0,-1-1 0,0 0 0,12-11 0,6-4 0,36-16 0,-46 29 0,-1-1 0,23-18 0,-32 22 0,1 0 0,0 0 0,0 1 0,0 0 0,1 1 0,-1 1 0,12-3 0,-10 3 0,-1-1 0,-1 1 0,1-2 0,0 1 0,-1-2 0,18-11 0,-23 13 0,5-4 0,1 0 0,0 0 0,0 1 0,21-9 0,-10 6 0,-2 3 0,-1-1 0,0-1 0,33-22 0,-40 24 0,0 0 0,0 1 0,0 0 0,1 1 0,0 1 0,22-6 0,-17 6 0,0-2 0,28-12 0,175-92 0,-209 104 0,1 2 0,1 0 0,13-3 0,-16 5 0,0 0 0,-1-1 0,1-1 0,-1 0 0,19-9 0,91-58 0,-105 62 0,0-1 0,16-14 0,8-6 0,-30 25 0,-1 0 0,1 1 0,0 0 0,0 1 0,19-4 0,-18 4 0,1 1 0,-1-2 0,0 1 0,-1-2 0,11-5 0,79-43 0,-68 38 0,-1-1 0,43-30 0,-63 39 19,-1 1 0,2 1-1,-1 0 1,1 1 0,-1 0 0,1 0-1,15-2 1,18-7-1534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2T10:32:08.385"/>
    </inkml:context>
    <inkml:brush xml:id="br0">
      <inkml:brushProperty name="width" value="0.2" units="cm"/>
      <inkml:brushProperty name="height" value="0.2" units="cm"/>
      <inkml:brushProperty name="color" value="#E71224"/>
    </inkml:brush>
  </inkml:definitions>
  <inkml:trace contextRef="#ctx0" brushRef="#br0">1 0 24575,'33'0'0,"0"1"0,61 11 0,-57-4 0,-1 2 0,0 1 0,49 23 0,-54-21 0,1-2 0,0-1 0,0-2 0,47 7 0,-57-10 0,-1 0 0,0 2 0,30 13 0,6 2 0,107 45-893,-137-58 893,-10-2 0,0-2 0,1 0 0,32 5 0,-20-7-61,0 3 0,0 0 0,29 11-1,84 37-670,-142-54 726,92 42-1742,-55-24 1660,0-2 0,57 17 0,-91-32 102,57 14-60,0 2 0,69 31 1,46 19 45,-142-56-51,-4 0-89,-1-2 1,1-1-1,43 6 0,-31-8 126,-1 3 0,0 1 1,48 18-1,-64-19 96,73 25 715,-28-5-797,-54-21 0,0-1 0,1-1 0,29 8 0,19 3 0,-42-11 0,1 0 0,26 3 0,-15-4 495,0 2 0,57 19 0,9 2-20,-55-15-475,12 3 0,78 19 297,-50-11-801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2T10:32:09.237"/>
    </inkml:context>
    <inkml:brush xml:id="br0">
      <inkml:brushProperty name="width" value="0.2" units="cm"/>
      <inkml:brushProperty name="height" value="0.2" units="cm"/>
      <inkml:brushProperty name="color" value="#E71224"/>
    </inkml:brush>
  </inkml:definitions>
  <inkml:trace contextRef="#ctx0" brushRef="#br0">0 1360 24575,'21'-1'0,"-1"-1"0,1 0 0,-1-1 0,0-2 0,0 0 0,0-1 0,-1-1 0,0 0 0,0-2 0,-1 0 0,0-1 0,21-17 0,41-30 0,-66 48-83,0-1 0,1 2-1,30-14 1,-31 16 18,1-1 0,-2 0 0,1-1 1,-1 0-1,15-13 0,-7 1 65,0 2 0,1 0 0,1 2 0,0 1 0,28-14 0,-24 16 0,1-1 0,37-25 0,-45 25 0,-9 7 0,0-1 0,0 0 0,-1-1 0,14-15 0,-18 17 3,1-1 0,1 2 1,-1-1-1,1 1 0,0 0 1,1 1-1,12-7 0,7-1 2,32-9 0,-38 15-55,-1-1 0,0-1 0,33-19 0,-39 20-284,0 0-1,23-9 1,-24 12 345,0-2 1,0 0-1,17-11 0,-19 10-10,0-1 0,0 1 0,1 1-1,0 0 1,1 1 0,0 1-1,0 0 1,0 0 0,28-4 0,-15 6 13,-1-1 1,0-2 0,0 0-1,30-13 1,52-37-15,-101 53 47,14-4-151,0-2 0,-1 0 1,-1-1-1,25-17 1,-35 21 155,1 0 0,-1 1 0,1 0 0,0 1 0,0 0 0,19-4 1,-17 5 6,0-1-1,0 0 1,0-1 0,16-9 0,38-26 33,83-36 0,-82 51 122,-44 17-434,0-1 0,30-16-1,-10 0 229,-21 11-66,1 0 1,36-14-1,0 3 58,-40 16 0,0 0 0,1 2 0,30-8 0,2 3-466</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2T10:32:10.382"/>
    </inkml:context>
    <inkml:brush xml:id="br0">
      <inkml:brushProperty name="width" value="0.2" units="cm"/>
      <inkml:brushProperty name="height" value="0.2" units="cm"/>
      <inkml:brushProperty name="color" value="#E71224"/>
    </inkml:brush>
  </inkml:definitions>
  <inkml:trace contextRef="#ctx0" brushRef="#br0">0 3 24575,'44'-1'0,"-18"0"0,0 1 0,0 1 0,0 1 0,43 10 0,-12 1 0,-36-8 0,-1-1 0,1 2 0,-1 1 0,22 10 0,65 29 0,-28-14 0,-62-26 0,1-1 0,-1 0 0,1-1 0,26 3 0,16 3 0,-27-1 0,-1 2 0,0 1 0,-1 2 0,38 22 0,21 11 0,-77-42-56,0-1 1,26 6-1,-28-8-8,-1 0 0,0 1 0,1 0 0,-1 1 0,-1 0 0,14 7 0,7 9-51,59 40 107,-64-43-194,1-2 1,0 0-1,1-2 0,33 11 0,13 8-85,83 53-3857,-76-38 2614,-50-32 1561,0-2 0,33 10 0,41 18-1107,-14 0-821,-47-23 1958,50 29-1,-81-40 140,0-1-1,0 0 1,1-1-1,-1 0 0,1-1 1,22 4-1,-16-3-36,-1 1 0,0 1 0,0 0 0,-1 2 0,0 0-1,25 18 1,-13-10 112,33 17-1,-7-7-276,-25-12 0,33 12 0,-46-21 56,3 1 102,0 0 0,26 15 0,-29-11-1481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2T10:32:11.080"/>
    </inkml:context>
    <inkml:brush xml:id="br0">
      <inkml:brushProperty name="width" value="0.2" units="cm"/>
      <inkml:brushProperty name="height" value="0.2" units="cm"/>
      <inkml:brushProperty name="color" value="#E71224"/>
    </inkml:brush>
  </inkml:definitions>
  <inkml:trace contextRef="#ctx0" brushRef="#br0">0 1729 24575,'18'-1'0,"-1"-1"0,1-1 0,-1 0 0,0-1 0,0-1 0,0-1 0,-1 0 0,0-1 0,0-1 0,-1 0 0,0-1 0,25-19 0,-30 21-82,1 0 0,0 1-1,0 0 1,1 1 0,-1 0 0,1 1-1,23-5 1,-17 4-38,1-1 0,23-10 0,87-56 120,-74 39 0,-37 24-121,1 0-1,25-7 1,-30 11-251,1 0 0,-1-1 0,0 0 1,-1-1-1,21-14 0,57-44-1379,155-83 0,-211 130 1565,-6 2-168,0 0 1,41-32-1,-41 26 354,56-31 0,-6 4 0,-21 9-77,0-1-187,86-46 0,-54 41 600,120-84 1,-190 117-337,0 2 0,1 1 0,0 0 0,26-7 0,-18 6 0,39-20 0,-1-9 0,-43 24 0,1 2 0,1 0 0,30-11 0,-34 17 277,0 0 1,-1-1 0,0-1 0,0-2 0,31-22-1,-8 4-505,58-32-1,-45 29 1079,-17 11-842,-23 13 23,0 0 0,-1-1 1,-1-1-1,21-18 0,-19 12 1034,1 1 1,1 1-1,37-23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2T10:32:12.253"/>
    </inkml:context>
    <inkml:brush xml:id="br0">
      <inkml:brushProperty name="width" value="0.2" units="cm"/>
      <inkml:brushProperty name="height" value="0.2" units="cm"/>
      <inkml:brushProperty name="color" value="#E71224"/>
    </inkml:brush>
  </inkml:definitions>
  <inkml:trace contextRef="#ctx0" brushRef="#br0">1 0 24575,'695'0'0,"-673"2"-206,0 0-1,0 1 0,33 10 0,-8-2 9,112 24-1449,-22-3 1380,-33-1-460,-81-22 739,1-1 0,0-2 0,0 0 1,38 3-1,-5-8-9,-35-1-41,0 1 0,1 0-1,38 9 1,118 41 38,-62-18 0,-3 0 0,-62-20-42,-30-7 445,0-1-1,0 0 0,24 0 1,-14-1-437,0 2 0,0 0 1,-1 2-1,38 15 0,-29-10 118,125 54 1047,-94-38-1148,-55-21 206,0-1 0,1 0-1,0-2 1,0 0-1,24 4 1,-21-7-187,0 2 1,-1 0-1,1 1 1,-1 1-1,0 1 0,0 0 1,-1 2-1,0 0 0,0 1 1,27 21-1,-23-15-2,1-1 0,1-1 0,0-1 0,1-1 0,0-1 0,28 8 0,118 41 0,-128-38-1365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2T10:32:12.942"/>
    </inkml:context>
    <inkml:brush xml:id="br0">
      <inkml:brushProperty name="width" value="0.2" units="cm"/>
      <inkml:brushProperty name="height" value="0.2" units="cm"/>
      <inkml:brushProperty name="color" value="#E71224"/>
    </inkml:brush>
  </inkml:definitions>
  <inkml:trace contextRef="#ctx0" brushRef="#br0">1 1276 24575,'12'-2'0,"0"0"0,-1 0 0,1-2 0,0 1 0,-1-1 0,0-1 0,0 0 0,13-8 0,2 0 0,-13 7 0,69-30 0,-63 30 0,0-1 0,-1 0 0,0-2 0,0 0 0,24-17 0,10-11 0,-30 23 0,37-33 0,-50 40-65,0 0 0,0 1 0,1 0 0,0 0 0,0 1 0,11-4 0,-8 4-26,0-1 1,-1 0-1,20-14 1,35-32-693,104-60 0,-17 8 485,-93 59-182,-39 31 415,0 2 0,1 0 1,36-12-1,-34 15-158,0-2-1,0-1 1,22-15 0,-29 14 223,0 1 0,1 0 0,1 1 0,0 2 0,0 0 0,32-10 0,-25 11 0,0-2 0,46-24 0,-3 2 0,25-16-205,-67 33 92,-1 1 0,54-18 0,-41 20 169,64-21 393,-89 27-387,-1 0 0,0-1 0,0-1 0,24-17 1,-19 12 293,1 0 0,1 2 1,0 0-1,44-14 1,-37 14-230,98-32-3</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2T10:32:13.904"/>
    </inkml:context>
    <inkml:brush xml:id="br0">
      <inkml:brushProperty name="width" value="0.2" units="cm"/>
      <inkml:brushProperty name="height" value="0.2" units="cm"/>
      <inkml:brushProperty name="color" value="#E71224"/>
    </inkml:brush>
  </inkml:definitions>
  <inkml:trace contextRef="#ctx0" brushRef="#br0">0 1 24575,'497'0'0,"-477"1"0,0 1 0,0 1 0,26 7 0,-22-4 0,44 5 0,-55-10 0,9 0 0,1 1 0,36 8 0,-7 2 0,29 8 0,-59-13-157,42 5 0,13 4-338,-51-10 465,1-1-1,-1-2 1,1 0-1,33-2 1,18 2-143,-59-1 35,1 2 0,-1 0 0,0 2 0,22 8 0,-17-5-5,40 9 1,-36-12 142,-1 2 0,0 0 0,39 19 0,-32-14-629,0-2 1,0-1 0,65 9 0,-67-14 64,0 1-1,0 1 1,-1 2 0,0 1 0,30 15 0,100 45-3183,-87-39 3713,95 28 34,-106-39 0,49 12 308,-67-21-28,74 29 0,123 56 479,-99-40 6,-126-50 88,1-1-1,0-1 1,23 3 0,29 6 1044,-10 4-1516,-1 2 0,88 41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2T10:32:14.665"/>
    </inkml:context>
    <inkml:brush xml:id="br0">
      <inkml:brushProperty name="width" value="0.2" units="cm"/>
      <inkml:brushProperty name="height" value="0.2" units="cm"/>
      <inkml:brushProperty name="color" value="#E71224"/>
    </inkml:brush>
  </inkml:definitions>
  <inkml:trace contextRef="#ctx0" brushRef="#br0">1 1387 24575,'9'0'2,"12"1"-35,0-2 0,0 0 0,1-1-1,32-8 1,5-8-358,-34 9 183,0 1-1,52-7 0,-45 11-78,-1 0 0,1-2 0,-1-1 0,0-2 0,0-1 0,-1-1-1,-1-2 1,32-18 0,49-23-563,-51 27-1249,-43 21 1653,1 0 0,-1 1 0,29-5 1,-23 5 23,28-9 1,247-118 344,-162 67-150,17 4 235,-85 36-217,75-40 0,-66 23 774,135-52 0,-137 64-471,103-59 1,-109 52-31,126-49 1,55-4-681,-141 41 1115,-29 11 188,-32 16-144,-34 15-189,1 0 0,1 1 0,-1 0 0,1 1 1,0 1-1,17-3 0,-16 4 148,0 0-1,-1-1 0,0 0 1,1-1-1,-2-1 1,1-1-1,-1 0 0,0 0 1,15-12-1,99-50-1866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12/2/2025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r>
              <a:rPr lang="en-US" dirty="0"/>
              <a:t>Refugee settlements in Uganda are unique!</a:t>
            </a:r>
          </a:p>
          <a:p>
            <a:endParaRPr lang="en-US" dirty="0"/>
          </a:p>
          <a:p>
            <a:r>
              <a:rPr lang="en-US" dirty="0"/>
              <a:t>Settlement layouts adhere to predefined UNHCR settlement planning protocols</a:t>
            </a:r>
          </a:p>
          <a:p>
            <a:endParaRPr lang="en-US" dirty="0"/>
          </a:p>
          <a:p>
            <a:r>
              <a:rPr lang="en-US" dirty="0"/>
              <a:t> The boundaries of the camp are not absolute boundaries, and structures, infrastructure and agricultural plots are commonly established alongside or beyond the boundary. </a:t>
            </a:r>
          </a:p>
          <a:p>
            <a:endParaRPr lang="en-US" dirty="0"/>
          </a:p>
          <a:p>
            <a:r>
              <a:rPr lang="en-US" dirty="0"/>
              <a:t>It is also common for refugee populations to only occupy a portion of the area demarcated by the settlement boundary</a:t>
            </a:r>
          </a:p>
          <a:p>
            <a:endParaRPr lang="en-US" dirty="0"/>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dirty="0"/>
          </a:p>
        </p:txBody>
      </p:sp>
    </p:spTree>
    <p:extLst>
      <p:ext uri="{BB962C8B-B14F-4D97-AF65-F5344CB8AC3E}">
        <p14:creationId xmlns:p14="http://schemas.microsoft.com/office/powerpoint/2010/main" val="39082765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Despite these settlements housing so many people, many of whom who have been there for more than 5 years, our existing maps of these regions and our understanding of how they develop and change over time is lacking. This is the so-called data disparity that plague some of our least “seen” places. </a:t>
            </a:r>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3</a:t>
            </a:fld>
            <a:endParaRPr lang="en-US" dirty="0"/>
          </a:p>
        </p:txBody>
      </p:sp>
    </p:spTree>
    <p:extLst>
      <p:ext uri="{BB962C8B-B14F-4D97-AF65-F5344CB8AC3E}">
        <p14:creationId xmlns:p14="http://schemas.microsoft.com/office/powerpoint/2010/main" val="23861837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Member’s from my lab visited </a:t>
            </a:r>
            <a:r>
              <a:rPr lang="en-US" dirty="0" err="1"/>
              <a:t>Nakivale</a:t>
            </a:r>
            <a:r>
              <a:rPr lang="en-US" dirty="0"/>
              <a:t> and some other refugee settlements this summer and observed that the existing OSM data is incomplete. </a:t>
            </a:r>
          </a:p>
          <a:p>
            <a:endParaRPr lang="en-US" dirty="0"/>
          </a:p>
          <a:p>
            <a:r>
              <a:rPr lang="en-US" dirty="0"/>
              <a:t>This is of interest to our lab, because we’ve recently been launching a project aimed to better understanding the economies of these places, which is largely predicated on agriculture. Our ultimate interests are two-fold, the first is disambiguating surrounding agricultural fields that are being tending by refugees to those that belong to host country nationals. The second goal is the estimate average commute times.</a:t>
            </a:r>
          </a:p>
          <a:p>
            <a:endParaRPr lang="en-US" dirty="0"/>
          </a:p>
          <a:p>
            <a:r>
              <a:rPr lang="en-US" dirty="0"/>
              <a:t>We are planning on employing an undergraduate to begin digitize roads manually, however this process is slow and costly. We’ll have to be particularly careful about designing protocols to ensure standardization of practices.  </a:t>
            </a:r>
          </a:p>
        </p:txBody>
      </p:sp>
      <p:sp>
        <p:nvSpPr>
          <p:cNvPr id="4" name="Slide Number Placeholder 3"/>
          <p:cNvSpPr>
            <a:spLocks noGrp="1"/>
          </p:cNvSpPr>
          <p:nvPr>
            <p:ph type="sldNum" sz="quarter" idx="5"/>
          </p:nvPr>
        </p:nvSpPr>
        <p:spPr/>
        <p:txBody>
          <a:bodyPr/>
          <a:lstStyle/>
          <a:p>
            <a:fld id="{A89C7E07-3C67-C64C-8DA0-0404F6303970}" type="slidenum">
              <a:rPr lang="en-US" smtClean="0"/>
              <a:t>4</a:t>
            </a:fld>
            <a:endParaRPr lang="en-US" dirty="0"/>
          </a:p>
        </p:txBody>
      </p:sp>
    </p:spTree>
    <p:extLst>
      <p:ext uri="{BB962C8B-B14F-4D97-AF65-F5344CB8AC3E}">
        <p14:creationId xmlns:p14="http://schemas.microsoft.com/office/powerpoint/2010/main" val="501160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I’ve listed some of the state-of-the-art approaches, their advantages and their </a:t>
            </a:r>
            <a:r>
              <a:rPr lang="en-US"/>
              <a:t>downsides.</a:t>
            </a:r>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5</a:t>
            </a:fld>
            <a:endParaRPr lang="en-US" dirty="0"/>
          </a:p>
        </p:txBody>
      </p:sp>
    </p:spTree>
    <p:extLst>
      <p:ext uri="{BB962C8B-B14F-4D97-AF65-F5344CB8AC3E}">
        <p14:creationId xmlns:p14="http://schemas.microsoft.com/office/powerpoint/2010/main" val="40502331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Prioritize…because we care about where people are and where the fields are</a:t>
            </a:r>
          </a:p>
          <a:p>
            <a:endParaRPr lang="en-US" dirty="0"/>
          </a:p>
          <a:p>
            <a:r>
              <a:rPr lang="en-US" dirty="0"/>
              <a:t>Loss function to balances class imbalance and preserves road topology</a:t>
            </a:r>
          </a:p>
          <a:p>
            <a:endParaRPr lang="en-US" dirty="0"/>
          </a:p>
          <a:p>
            <a:r>
              <a:rPr lang="en-US" dirty="0"/>
              <a:t>BCE – pixel wise classification loss that measures predicted and observed BCE(</a:t>
            </a:r>
            <a:r>
              <a:rPr lang="en-US" dirty="0" err="1"/>
              <a:t>p,y</a:t>
            </a:r>
            <a:r>
              <a:rPr lang="en-US" dirty="0"/>
              <a:t>)=−[</a:t>
            </a:r>
            <a:r>
              <a:rPr lang="en-US" dirty="0" err="1"/>
              <a:t>ylog</a:t>
            </a:r>
            <a:r>
              <a:rPr lang="en-US" dirty="0"/>
              <a:t>(p)+(1−y)log(1−p)]</a:t>
            </a:r>
          </a:p>
          <a:p>
            <a:endParaRPr lang="en-US" dirty="0"/>
          </a:p>
          <a:p>
            <a:r>
              <a:rPr lang="en-US" dirty="0"/>
              <a:t>Dice – measure of spatial overlap between two sets, encourages smooth regions</a:t>
            </a:r>
          </a:p>
          <a:p>
            <a:endParaRPr lang="en-US" dirty="0"/>
          </a:p>
          <a:p>
            <a:r>
              <a:rPr lang="en-US" dirty="0" err="1"/>
              <a:t>clDice</a:t>
            </a:r>
            <a:r>
              <a:rPr lang="en-US" dirty="0"/>
              <a:t> – centerline dice, a topologically aware version of Dice loss. I don’t really understand this yet, lambda3 could be zero (lol)</a:t>
            </a:r>
          </a:p>
        </p:txBody>
      </p:sp>
      <p:sp>
        <p:nvSpPr>
          <p:cNvPr id="4" name="Slide Number Placeholder 3"/>
          <p:cNvSpPr>
            <a:spLocks noGrp="1"/>
          </p:cNvSpPr>
          <p:nvPr>
            <p:ph type="sldNum" sz="quarter" idx="5"/>
          </p:nvPr>
        </p:nvSpPr>
        <p:spPr/>
        <p:txBody>
          <a:bodyPr/>
          <a:lstStyle/>
          <a:p>
            <a:fld id="{A89C7E07-3C67-C64C-8DA0-0404F6303970}" type="slidenum">
              <a:rPr lang="en-US" smtClean="0"/>
              <a:t>6</a:t>
            </a:fld>
            <a:endParaRPr lang="en-US" dirty="0"/>
          </a:p>
        </p:txBody>
      </p:sp>
    </p:spTree>
    <p:extLst>
      <p:ext uri="{BB962C8B-B14F-4D97-AF65-F5344CB8AC3E}">
        <p14:creationId xmlns:p14="http://schemas.microsoft.com/office/powerpoint/2010/main" val="29947593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7</a:t>
            </a:fld>
            <a:endParaRPr lang="en-US" dirty="0"/>
          </a:p>
        </p:txBody>
      </p:sp>
    </p:spTree>
    <p:extLst>
      <p:ext uri="{BB962C8B-B14F-4D97-AF65-F5344CB8AC3E}">
        <p14:creationId xmlns:p14="http://schemas.microsoft.com/office/powerpoint/2010/main" val="6345968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56487-5FDA-1AD2-FE39-BF3288212C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376045-4B80-54E7-A9E7-9A96DBA646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7380A7-D327-6E42-9F58-6B0F15EBB1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6A7DAB-D583-76ED-C125-9DB02CC22BF2}"/>
              </a:ext>
            </a:extLst>
          </p:cNvPr>
          <p:cNvSpPr>
            <a:spLocks noGrp="1"/>
          </p:cNvSpPr>
          <p:nvPr>
            <p:ph type="sldNum" sz="quarter" idx="5"/>
          </p:nvPr>
        </p:nvSpPr>
        <p:spPr/>
        <p:txBody>
          <a:bodyPr/>
          <a:lstStyle/>
          <a:p>
            <a:fld id="{A89C7E07-3C67-C64C-8DA0-0404F6303970}" type="slidenum">
              <a:rPr lang="en-US" smtClean="0"/>
              <a:t>8</a:t>
            </a:fld>
            <a:endParaRPr lang="en-US" dirty="0"/>
          </a:p>
        </p:txBody>
      </p:sp>
    </p:spTree>
    <p:extLst>
      <p:ext uri="{BB962C8B-B14F-4D97-AF65-F5344CB8AC3E}">
        <p14:creationId xmlns:p14="http://schemas.microsoft.com/office/powerpoint/2010/main" val="37851263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B9EF-788C-CBD4-1C65-7479BBD25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06AC86-62C2-4D44-697B-59EB9D0774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091F1E-9903-7DD9-ED8C-03AF80B28F17}"/>
              </a:ext>
            </a:extLst>
          </p:cNvPr>
          <p:cNvSpPr>
            <a:spLocks noGrp="1"/>
          </p:cNvSpPr>
          <p:nvPr>
            <p:ph type="body" idx="1"/>
          </p:nvPr>
        </p:nvSpPr>
        <p:spPr/>
        <p:txBody>
          <a:bodyPr/>
          <a:lstStyle/>
          <a:p>
            <a:r>
              <a:rPr lang="en-US" dirty="0"/>
              <a:t>WHAT  ACTUALLY HAPPENED:</a:t>
            </a:r>
          </a:p>
          <a:p>
            <a:pPr marL="228600" indent="-228600">
              <a:buAutoNum type="arabicPeriod"/>
            </a:pPr>
            <a:r>
              <a:rPr lang="en-US" dirty="0"/>
              <a:t>My first mistake: I didn’t account for the time it would take to get set up on the HPC, which caused delays in acquiring the Maxar imagery.</a:t>
            </a:r>
          </a:p>
          <a:p>
            <a:pPr marL="228600" indent="-228600">
              <a:buAutoNum type="arabicPeriod"/>
            </a:pPr>
            <a:endParaRPr lang="en-US" dirty="0"/>
          </a:p>
          <a:p>
            <a:pPr marL="228600" indent="-228600">
              <a:buAutoNum type="arabicPeriod"/>
            </a:pPr>
            <a:r>
              <a:rPr lang="en-US" dirty="0"/>
              <a:t>In the meantime, I started creating road annotations over high resolution basemaps in QGIS. I made it through about 40 of my proposed 200-500 patches in this first week before I gave up and decided to just rely on the weak OSM annotations for the model (upon Jamon’s suggestion). At this point I was still somewhat optimistic about getting everything done at this point…and then I got sick!</a:t>
            </a:r>
          </a:p>
          <a:p>
            <a:pPr marL="228600" indent="-228600">
              <a:buAutoNum type="arabicPeriod"/>
            </a:pPr>
            <a:endParaRPr lang="en-US" dirty="0"/>
          </a:p>
          <a:p>
            <a:pPr marL="228600" indent="-228600">
              <a:buAutoNum type="arabicPeriod"/>
            </a:pPr>
            <a:r>
              <a:rPr lang="en-US" dirty="0"/>
              <a:t>You’ll notice that leaves us about 2 weeks behind schedule already going into Week 8. It’s become clear that I’ve bitten off more than I can chew. I haven’t started getting acquainted with the Maxar imagery yet, and I’m unfamiliar with how it is organized on the HPC. I’ve used some SSH for cloud computing workflows, but I’m otherwise on my own trying to figure out the HPC. Someone has reached out to offer a 1-hour training session on how to get started, but they don’t respond to my email when I try to schedule a meeting time.</a:t>
            </a:r>
          </a:p>
          <a:p>
            <a:pPr marL="228600" indent="-228600">
              <a:buAutoNum type="arabicPeriod"/>
            </a:pPr>
            <a:endParaRPr lang="en-US" dirty="0"/>
          </a:p>
          <a:p>
            <a:pPr marL="228600" indent="-228600">
              <a:buAutoNum type="arabicPeriod"/>
            </a:pPr>
            <a:r>
              <a:rPr lang="en-US" dirty="0"/>
              <a:t>I have a conversation with a lab mate (</a:t>
            </a:r>
            <a:r>
              <a:rPr lang="en-US" dirty="0" err="1"/>
              <a:t>Zhanpei</a:t>
            </a:r>
            <a:r>
              <a:rPr lang="en-US" dirty="0"/>
              <a:t> Fang) who does a lot of work using the HPC and she sends me a few helpful files. This gets me back on track, but I’ve resigned myself to the fact that I won’t have anything resembling a model to present to you for my final presentation. </a:t>
            </a:r>
          </a:p>
        </p:txBody>
      </p:sp>
      <p:sp>
        <p:nvSpPr>
          <p:cNvPr id="4" name="Slide Number Placeholder 3">
            <a:extLst>
              <a:ext uri="{FF2B5EF4-FFF2-40B4-BE49-F238E27FC236}">
                <a16:creationId xmlns:a16="http://schemas.microsoft.com/office/drawing/2014/main" id="{C61E739A-A32A-9B20-9D65-24781CFCBC6F}"/>
              </a:ext>
            </a:extLst>
          </p:cNvPr>
          <p:cNvSpPr>
            <a:spLocks noGrp="1"/>
          </p:cNvSpPr>
          <p:nvPr>
            <p:ph type="sldNum" sz="quarter" idx="5"/>
          </p:nvPr>
        </p:nvSpPr>
        <p:spPr/>
        <p:txBody>
          <a:bodyPr/>
          <a:lstStyle/>
          <a:p>
            <a:fld id="{A89C7E07-3C67-C64C-8DA0-0404F6303970}" type="slidenum">
              <a:rPr lang="en-US" smtClean="0"/>
              <a:t>9</a:t>
            </a:fld>
            <a:endParaRPr lang="en-US" dirty="0"/>
          </a:p>
        </p:txBody>
      </p:sp>
    </p:spTree>
    <p:extLst>
      <p:ext uri="{BB962C8B-B14F-4D97-AF65-F5344CB8AC3E}">
        <p14:creationId xmlns:p14="http://schemas.microsoft.com/office/powerpoint/2010/main" val="27972905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10</a:t>
            </a:fld>
            <a:endParaRPr lang="en-US" dirty="0"/>
          </a:p>
        </p:txBody>
      </p:sp>
    </p:spTree>
    <p:extLst>
      <p:ext uri="{BB962C8B-B14F-4D97-AF65-F5344CB8AC3E}">
        <p14:creationId xmlns:p14="http://schemas.microsoft.com/office/powerpoint/2010/main" val="7772887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AA975-7A68-55DA-E21A-48FAE0C45C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DE2977-7DD7-2B24-8E08-184CD20FBB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D13CE7-AF07-E294-F894-A918FFD46776}"/>
              </a:ext>
            </a:extLst>
          </p:cNvPr>
          <p:cNvSpPr>
            <a:spLocks noGrp="1"/>
          </p:cNvSpPr>
          <p:nvPr>
            <p:ph type="body" idx="1"/>
          </p:nvPr>
        </p:nvSpPr>
        <p:spPr/>
        <p:txBody>
          <a:bodyPr/>
          <a:lstStyle/>
          <a:p>
            <a:r>
              <a:rPr lang="en-US" dirty="0"/>
              <a:t>So what did I actually do? </a:t>
            </a:r>
          </a:p>
          <a:p>
            <a:pPr marL="228600" indent="-228600">
              <a:buAutoNum type="arabicPeriod"/>
            </a:pPr>
            <a:r>
              <a:rPr lang="en-US" dirty="0"/>
              <a:t>I’ve acquired 42GB of Maxar imagery in the form of 1km x 1km grid cells randomly distributed throughout the study area.  </a:t>
            </a:r>
          </a:p>
          <a:p>
            <a:pPr marL="228600" indent="-228600">
              <a:buAutoNum type="arabicPeriod"/>
            </a:pPr>
            <a:r>
              <a:rPr lang="en-US" dirty="0"/>
              <a:t>I’ve assigned a cloudiness score to each of my Maxar chips, and filtered chips based on cloudiness score.</a:t>
            </a:r>
          </a:p>
          <a:p>
            <a:pPr marL="228600" indent="-228600">
              <a:buAutoNum type="arabicPeriod"/>
            </a:pPr>
            <a:r>
              <a:rPr lang="en-US" dirty="0"/>
              <a:t>I’ve started doing QC on remaining Maxar chips.</a:t>
            </a:r>
          </a:p>
          <a:p>
            <a:pPr marL="228600" indent="-228600">
              <a:buAutoNum type="arabicPeriod"/>
            </a:pPr>
            <a:r>
              <a:rPr lang="en-US" dirty="0"/>
              <a:t>I’ve overlaid my OSM roads and footpath data with the Maxar chips.  </a:t>
            </a:r>
          </a:p>
          <a:p>
            <a:pPr marL="0" indent="0">
              <a:buNone/>
            </a:pPr>
            <a:endParaRPr lang="en-US" dirty="0"/>
          </a:p>
          <a:p>
            <a:pPr marL="0" indent="0">
              <a:buNone/>
            </a:pPr>
            <a:r>
              <a:rPr lang="en-US" dirty="0"/>
              <a:t>What did I learn?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Got a real solid understanding of our Maxar image archive, how the files are organized and index, and what the various metadata files are doing.</a:t>
            </a:r>
          </a:p>
          <a:p>
            <a:pPr marL="0" indent="0">
              <a:buNone/>
            </a:pPr>
            <a:r>
              <a:rPr lang="en-US" dirty="0"/>
              <a:t>2. I learned how to connect to the HPC. I used </a:t>
            </a:r>
            <a:r>
              <a:rPr lang="en-US" dirty="0" err="1"/>
              <a:t>salloc</a:t>
            </a:r>
            <a:r>
              <a:rPr lang="en-US" dirty="0"/>
              <a:t> to get an interactive compute node and used </a:t>
            </a:r>
            <a:r>
              <a:rPr lang="en-US" dirty="0" err="1"/>
              <a:t>tmux</a:t>
            </a:r>
            <a:r>
              <a:rPr lang="en-US" dirty="0"/>
              <a:t> to manage multiple terminals and detach and re attach to a terminal. </a:t>
            </a:r>
          </a:p>
          <a:p>
            <a:pPr marL="228600" indent="-228600">
              <a:buAutoNum type="arabicPeriod"/>
            </a:pPr>
            <a:endParaRPr lang="en-US" dirty="0"/>
          </a:p>
          <a:p>
            <a:pPr marL="0" indent="0">
              <a:buNone/>
            </a:pPr>
            <a:r>
              <a:rPr lang="en-US" dirty="0"/>
              <a:t>What’s left to do? There’s plenty.</a:t>
            </a:r>
          </a:p>
          <a:p>
            <a:endParaRPr lang="en-US" dirty="0"/>
          </a:p>
        </p:txBody>
      </p:sp>
      <p:sp>
        <p:nvSpPr>
          <p:cNvPr id="4" name="Slide Number Placeholder 3">
            <a:extLst>
              <a:ext uri="{FF2B5EF4-FFF2-40B4-BE49-F238E27FC236}">
                <a16:creationId xmlns:a16="http://schemas.microsoft.com/office/drawing/2014/main" id="{08208280-C9B5-686D-3B49-69470CF2856C}"/>
              </a:ext>
            </a:extLst>
          </p:cNvPr>
          <p:cNvSpPr>
            <a:spLocks noGrp="1"/>
          </p:cNvSpPr>
          <p:nvPr>
            <p:ph type="sldNum" sz="quarter" idx="5"/>
          </p:nvPr>
        </p:nvSpPr>
        <p:spPr/>
        <p:txBody>
          <a:bodyPr/>
          <a:lstStyle/>
          <a:p>
            <a:fld id="{A89C7E07-3C67-C64C-8DA0-0404F6303970}" type="slidenum">
              <a:rPr lang="en-US" smtClean="0"/>
              <a:t>11</a:t>
            </a:fld>
            <a:endParaRPr lang="en-US" dirty="0"/>
          </a:p>
        </p:txBody>
      </p:sp>
    </p:spTree>
    <p:extLst>
      <p:ext uri="{BB962C8B-B14F-4D97-AF65-F5344CB8AC3E}">
        <p14:creationId xmlns:p14="http://schemas.microsoft.com/office/powerpoint/2010/main" val="41951510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12</a:t>
            </a:fld>
            <a:endParaRPr lang="en-US" dirty="0"/>
          </a:p>
        </p:txBody>
      </p:sp>
    </p:spTree>
    <p:extLst>
      <p:ext uri="{BB962C8B-B14F-4D97-AF65-F5344CB8AC3E}">
        <p14:creationId xmlns:p14="http://schemas.microsoft.com/office/powerpoint/2010/main" val="1765923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dirty="0">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endParaRPr lang="en-US" dirty="0"/>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dirty="0">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dirty="0"/>
              <a:t>Click to add content</a:t>
            </a:r>
          </a:p>
          <a:p>
            <a:pPr lvl="1"/>
            <a:r>
              <a:rPr lang="en-US" dirty="0"/>
              <a:t>Second level</a:t>
            </a:r>
          </a:p>
          <a:p>
            <a:pPr lvl="2"/>
            <a:r>
              <a:rPr lang="en-US" dirty="0"/>
              <a:t>Third level</a:t>
            </a:r>
          </a:p>
          <a:p>
            <a:pPr lvl="3"/>
            <a:endParaRPr lang="en-US" dirty="0"/>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a:t>Click icon to add table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dirty="0">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amaha7984/Road-Extraction-with-Advanced-Deep-Learning-Model" TargetMode="External"/><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3" Type="http://schemas.openxmlformats.org/officeDocument/2006/relationships/customXml" Target="../ink/ink5.xml"/><Relationship Id="rId18" Type="http://schemas.openxmlformats.org/officeDocument/2006/relationships/image" Target="../media/image13.png"/><Relationship Id="rId26" Type="http://schemas.openxmlformats.org/officeDocument/2006/relationships/image" Target="../media/image17.png"/><Relationship Id="rId21" Type="http://schemas.openxmlformats.org/officeDocument/2006/relationships/customXml" Target="../ink/ink9.xml"/><Relationship Id="rId34" Type="http://schemas.openxmlformats.org/officeDocument/2006/relationships/image" Target="../media/image21.png"/><Relationship Id="rId7" Type="http://schemas.openxmlformats.org/officeDocument/2006/relationships/customXml" Target="../ink/ink2.xml"/><Relationship Id="rId12" Type="http://schemas.openxmlformats.org/officeDocument/2006/relationships/image" Target="../media/image10.png"/><Relationship Id="rId17" Type="http://schemas.openxmlformats.org/officeDocument/2006/relationships/customXml" Target="../ink/ink7.xml"/><Relationship Id="rId25" Type="http://schemas.openxmlformats.org/officeDocument/2006/relationships/customXml" Target="../ink/ink11.xml"/><Relationship Id="rId33" Type="http://schemas.openxmlformats.org/officeDocument/2006/relationships/customXml" Target="../ink/ink15.xml"/><Relationship Id="rId38" Type="http://schemas.openxmlformats.org/officeDocument/2006/relationships/image" Target="../media/image25.png"/><Relationship Id="rId2" Type="http://schemas.openxmlformats.org/officeDocument/2006/relationships/notesSlide" Target="../notesSlides/notesSlide9.xml"/><Relationship Id="rId16" Type="http://schemas.openxmlformats.org/officeDocument/2006/relationships/image" Target="../media/image12.png"/><Relationship Id="rId20" Type="http://schemas.openxmlformats.org/officeDocument/2006/relationships/image" Target="../media/image14.png"/><Relationship Id="rId29" Type="http://schemas.openxmlformats.org/officeDocument/2006/relationships/customXml" Target="../ink/ink13.xml"/><Relationship Id="rId1" Type="http://schemas.openxmlformats.org/officeDocument/2006/relationships/slideLayout" Target="../slideLayouts/slideLayout12.xml"/><Relationship Id="rId6" Type="http://schemas.openxmlformats.org/officeDocument/2006/relationships/image" Target="../media/image7.png"/><Relationship Id="rId11" Type="http://schemas.openxmlformats.org/officeDocument/2006/relationships/customXml" Target="../ink/ink4.xml"/><Relationship Id="rId24" Type="http://schemas.openxmlformats.org/officeDocument/2006/relationships/image" Target="../media/image16.png"/><Relationship Id="rId32" Type="http://schemas.openxmlformats.org/officeDocument/2006/relationships/image" Target="../media/image20.png"/><Relationship Id="rId37" Type="http://schemas.openxmlformats.org/officeDocument/2006/relationships/image" Target="../media/image24.png"/><Relationship Id="rId5" Type="http://schemas.openxmlformats.org/officeDocument/2006/relationships/customXml" Target="../ink/ink1.xml"/><Relationship Id="rId15" Type="http://schemas.openxmlformats.org/officeDocument/2006/relationships/customXml" Target="../ink/ink6.xml"/><Relationship Id="rId23" Type="http://schemas.openxmlformats.org/officeDocument/2006/relationships/customXml" Target="../ink/ink10.xml"/><Relationship Id="rId28" Type="http://schemas.openxmlformats.org/officeDocument/2006/relationships/image" Target="../media/image18.png"/><Relationship Id="rId36" Type="http://schemas.openxmlformats.org/officeDocument/2006/relationships/image" Target="../media/image23.png"/><Relationship Id="rId10" Type="http://schemas.openxmlformats.org/officeDocument/2006/relationships/image" Target="../media/image9.png"/><Relationship Id="rId19" Type="http://schemas.openxmlformats.org/officeDocument/2006/relationships/customXml" Target="../ink/ink8.xml"/><Relationship Id="rId31" Type="http://schemas.openxmlformats.org/officeDocument/2006/relationships/customXml" Target="../ink/ink14.xml"/><Relationship Id="rId4" Type="http://schemas.openxmlformats.org/officeDocument/2006/relationships/image" Target="../media/image6.png"/><Relationship Id="rId9" Type="http://schemas.openxmlformats.org/officeDocument/2006/relationships/customXml" Target="../ink/ink3.xml"/><Relationship Id="rId14" Type="http://schemas.openxmlformats.org/officeDocument/2006/relationships/image" Target="../media/image11.png"/><Relationship Id="rId22" Type="http://schemas.openxmlformats.org/officeDocument/2006/relationships/image" Target="../media/image15.png"/><Relationship Id="rId27" Type="http://schemas.openxmlformats.org/officeDocument/2006/relationships/customXml" Target="../ink/ink12.xml"/><Relationship Id="rId30" Type="http://schemas.openxmlformats.org/officeDocument/2006/relationships/image" Target="../media/image19.png"/><Relationship Id="rId35" Type="http://schemas.openxmlformats.org/officeDocument/2006/relationships/image" Target="../media/image22.png"/><Relationship Id="rId8" Type="http://schemas.openxmlformats.org/officeDocument/2006/relationships/image" Target="../media/image8.png"/><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4926330" y="627016"/>
            <a:ext cx="6884670" cy="2340429"/>
          </a:xfrm>
        </p:spPr>
        <p:txBody>
          <a:bodyPr/>
          <a:lstStyle/>
          <a:p>
            <a:r>
              <a:rPr lang="en-US" sz="4400" dirty="0"/>
              <a:t>Automated road and footpath extraction in </a:t>
            </a:r>
            <a:r>
              <a:rPr lang="en-US" sz="4400" dirty="0" err="1"/>
              <a:t>Nakivale</a:t>
            </a:r>
            <a:r>
              <a:rPr lang="en-US" sz="4400" dirty="0"/>
              <a:t>, Uganda</a:t>
            </a:r>
          </a:p>
        </p:txBody>
      </p:sp>
      <p:sp>
        <p:nvSpPr>
          <p:cNvPr id="3" name="Title 1">
            <a:extLst>
              <a:ext uri="{FF2B5EF4-FFF2-40B4-BE49-F238E27FC236}">
                <a16:creationId xmlns:a16="http://schemas.microsoft.com/office/drawing/2014/main" id="{69790DB8-FED2-305F-8B6F-8FAE559B837D}"/>
              </a:ext>
            </a:extLst>
          </p:cNvPr>
          <p:cNvSpPr txBox="1">
            <a:spLocks/>
          </p:cNvSpPr>
          <p:nvPr/>
        </p:nvSpPr>
        <p:spPr>
          <a:xfrm>
            <a:off x="6254750" y="3298371"/>
            <a:ext cx="5486400" cy="3291840"/>
          </a:xfrm>
          <a:prstGeom prst="rect">
            <a:avLst/>
          </a:prstGeom>
        </p:spPr>
        <p:txBody>
          <a:bodyPr vert="horz" lIns="0" tIns="0" rIns="0" bIns="0" rtlCol="0" anchor="b">
            <a:noAutofit/>
          </a:bodyPr>
          <a:lstStyle>
            <a:lvl1pPr algn="l" defTabSz="914400" rtl="0" eaLnBrk="1" latinLnBrk="0" hangingPunct="1">
              <a:lnSpc>
                <a:spcPct val="80000"/>
              </a:lnSpc>
              <a:spcBef>
                <a:spcPct val="0"/>
              </a:spcBef>
              <a:buNone/>
              <a:defRPr sz="60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sz="4800" dirty="0"/>
          </a:p>
        </p:txBody>
      </p:sp>
      <p:sp>
        <p:nvSpPr>
          <p:cNvPr id="5" name="Title 1">
            <a:extLst>
              <a:ext uri="{FF2B5EF4-FFF2-40B4-BE49-F238E27FC236}">
                <a16:creationId xmlns:a16="http://schemas.microsoft.com/office/drawing/2014/main" id="{C33E4780-8EFF-DF7F-23E2-9522164DFE4E}"/>
              </a:ext>
            </a:extLst>
          </p:cNvPr>
          <p:cNvSpPr txBox="1">
            <a:spLocks/>
          </p:cNvSpPr>
          <p:nvPr/>
        </p:nvSpPr>
        <p:spPr>
          <a:xfrm>
            <a:off x="4987290" y="3082834"/>
            <a:ext cx="2686050" cy="346166"/>
          </a:xfrm>
          <a:prstGeom prst="rect">
            <a:avLst/>
          </a:prstGeom>
        </p:spPr>
        <p:txBody>
          <a:bodyPr vert="horz" lIns="0" tIns="0" rIns="0" bIns="0" rtlCol="0" anchor="b">
            <a:noAutofit/>
          </a:bodyPr>
          <a:lstStyle>
            <a:lvl1pPr algn="l" defTabSz="914400" rtl="0" eaLnBrk="1" latinLnBrk="0" hangingPunct="1">
              <a:lnSpc>
                <a:spcPct val="80000"/>
              </a:lnSpc>
              <a:spcBef>
                <a:spcPct val="0"/>
              </a:spcBef>
              <a:buNone/>
              <a:defRPr sz="60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a:t>By Zachary Mondschein</a:t>
            </a: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a:xfrm>
            <a:off x="594360" y="102875"/>
            <a:ext cx="10873740" cy="1680205"/>
          </a:xfrm>
        </p:spPr>
        <p:txBody>
          <a:bodyPr/>
          <a:lstStyle/>
          <a:p>
            <a:r>
              <a:rPr lang="en-US" dirty="0"/>
              <a:t>Refugee Settlements in Uganda</a:t>
            </a:r>
          </a:p>
        </p:txBody>
      </p:sp>
      <p:sp>
        <p:nvSpPr>
          <p:cNvPr id="7" name="Text Placeholder 6">
            <a:extLst>
              <a:ext uri="{FF2B5EF4-FFF2-40B4-BE49-F238E27FC236}">
                <a16:creationId xmlns:a16="http://schemas.microsoft.com/office/drawing/2014/main" id="{F70BD87D-F7DA-961B-4024-A354DC87D168}"/>
              </a:ext>
            </a:extLst>
          </p:cNvPr>
          <p:cNvSpPr>
            <a:spLocks noGrp="1"/>
          </p:cNvSpPr>
          <p:nvPr>
            <p:ph sz="quarter" idx="13"/>
          </p:nvPr>
        </p:nvSpPr>
        <p:spPr>
          <a:xfrm>
            <a:off x="3657600" y="2281238"/>
            <a:ext cx="7810500" cy="3700462"/>
          </a:xfrm>
        </p:spPr>
        <p:txBody>
          <a:bodyPr>
            <a:normAutofit/>
          </a:bodyPr>
          <a:lstStyle/>
          <a:p>
            <a:r>
              <a:rPr lang="en-US" dirty="0"/>
              <a:t>Uganda hosts </a:t>
            </a:r>
            <a:r>
              <a:rPr lang="en-US" b="1" dirty="0"/>
              <a:t>1.4 million refugees</a:t>
            </a:r>
          </a:p>
          <a:p>
            <a:r>
              <a:rPr lang="en-US" dirty="0"/>
              <a:t>The earliest refugee camps were settled in the 1960s</a:t>
            </a:r>
          </a:p>
          <a:p>
            <a:r>
              <a:rPr lang="en-US" dirty="0"/>
              <a:t>Refugee population increased 10x between 2012-2017</a:t>
            </a:r>
          </a:p>
          <a:p>
            <a:r>
              <a:rPr lang="en-US" dirty="0"/>
              <a:t>Refugee </a:t>
            </a:r>
            <a:r>
              <a:rPr lang="en-US" u="sng" dirty="0"/>
              <a:t>settlements</a:t>
            </a:r>
            <a:r>
              <a:rPr lang="en-US" dirty="0"/>
              <a:t> in Uganda are unique</a:t>
            </a:r>
          </a:p>
          <a:p>
            <a:endParaRPr lang="en-US" dirty="0"/>
          </a:p>
          <a:p>
            <a:endParaRPr lang="en-US" dirty="0"/>
          </a:p>
          <a:p>
            <a:endParaRPr lang="en-US" dirty="0"/>
          </a:p>
          <a:p>
            <a:pPr marL="0" indent="0">
              <a:buNone/>
            </a:pPr>
            <a:endParaRPr lang="en-US" dirty="0"/>
          </a:p>
          <a:p>
            <a:endParaRPr lang="en-US" dirty="0"/>
          </a:p>
        </p:txBody>
      </p:sp>
      <p:grpSp>
        <p:nvGrpSpPr>
          <p:cNvPr id="19" name="Grou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graphicFrame>
        <p:nvGraphicFramePr>
          <p:cNvPr id="4" name="Object 3">
            <a:extLst>
              <a:ext uri="{FF2B5EF4-FFF2-40B4-BE49-F238E27FC236}">
                <a16:creationId xmlns:a16="http://schemas.microsoft.com/office/drawing/2014/main" id="{4F98C7B5-C135-092B-F6C2-EBEAFDA72010}"/>
              </a:ext>
            </a:extLst>
          </p:cNvPr>
          <p:cNvGraphicFramePr>
            <a:graphicFrameLocks noChangeAspect="1"/>
          </p:cNvGraphicFramePr>
          <p:nvPr>
            <p:extLst>
              <p:ext uri="{D42A27DB-BD31-4B8C-83A1-F6EECF244321}">
                <p14:modId xmlns:p14="http://schemas.microsoft.com/office/powerpoint/2010/main" val="970352906"/>
              </p:ext>
            </p:extLst>
          </p:nvPr>
        </p:nvGraphicFramePr>
        <p:xfrm>
          <a:off x="8537575" y="4087813"/>
          <a:ext cx="233363" cy="196850"/>
        </p:xfrm>
        <a:graphic>
          <a:graphicData uri="http://schemas.openxmlformats.org/presentationml/2006/ole">
            <mc:AlternateContent xmlns:mc="http://schemas.openxmlformats.org/markup-compatibility/2006">
              <mc:Choice xmlns:v="urn:schemas-microsoft-com:vml" Requires="v">
                <p:oleObj name="Packager Shell Object" showAsIcon="1" r:id="rId3" imgW="801720" imgH="678240" progId="Package">
                  <p:embed/>
                </p:oleObj>
              </mc:Choice>
              <mc:Fallback>
                <p:oleObj name="Packager Shell Object" showAsIcon="1" r:id="rId3" imgW="801720" imgH="678240" progId="Package">
                  <p:embed/>
                  <p:pic>
                    <p:nvPicPr>
                      <p:cNvPr id="0" name=""/>
                      <p:cNvPicPr/>
                      <p:nvPr/>
                    </p:nvPicPr>
                    <p:blipFill>
                      <a:blip r:embed="rId4"/>
                      <a:stretch>
                        <a:fillRect/>
                      </a:stretch>
                    </p:blipFill>
                    <p:spPr>
                      <a:xfrm>
                        <a:off x="8537575" y="4087813"/>
                        <a:ext cx="233363" cy="196850"/>
                      </a:xfrm>
                      <a:prstGeom prst="rect">
                        <a:avLst/>
                      </a:prstGeom>
                    </p:spPr>
                  </p:pic>
                </p:oleObj>
              </mc:Fallback>
            </mc:AlternateContent>
          </a:graphicData>
        </a:graphic>
      </p:graphicFrame>
    </p:spTree>
    <p:extLst>
      <p:ext uri="{BB962C8B-B14F-4D97-AF65-F5344CB8AC3E}">
        <p14:creationId xmlns:p14="http://schemas.microsoft.com/office/powerpoint/2010/main" val="32003120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346ED-721D-85EE-2F1B-A31D0912DE29}"/>
              </a:ext>
            </a:extLst>
          </p:cNvPr>
          <p:cNvSpPr>
            <a:spLocks noGrp="1"/>
          </p:cNvSpPr>
          <p:nvPr>
            <p:ph type="title"/>
          </p:nvPr>
        </p:nvSpPr>
        <p:spPr>
          <a:xfrm>
            <a:off x="594360" y="278129"/>
            <a:ext cx="9778365" cy="1494596"/>
          </a:xfrm>
        </p:spPr>
        <p:txBody>
          <a:bodyPr/>
          <a:lstStyle/>
          <a:p>
            <a:r>
              <a:rPr lang="en-US" dirty="0"/>
              <a:t>Mapping Infrastructure in </a:t>
            </a:r>
            <a:r>
              <a:rPr lang="en-US" dirty="0" err="1"/>
              <a:t>Nakivale</a:t>
            </a:r>
            <a:endParaRPr lang="en-US" dirty="0"/>
          </a:p>
        </p:txBody>
      </p:sp>
      <p:sp>
        <p:nvSpPr>
          <p:cNvPr id="3" name="Content Placeholder 2">
            <a:extLst>
              <a:ext uri="{FF2B5EF4-FFF2-40B4-BE49-F238E27FC236}">
                <a16:creationId xmlns:a16="http://schemas.microsoft.com/office/drawing/2014/main" id="{DB097449-5B72-ADA0-3B2D-1CBC160D6B90}"/>
              </a:ext>
            </a:extLst>
          </p:cNvPr>
          <p:cNvSpPr>
            <a:spLocks noGrp="1"/>
          </p:cNvSpPr>
          <p:nvPr>
            <p:ph sz="quarter" idx="15"/>
          </p:nvPr>
        </p:nvSpPr>
        <p:spPr>
          <a:xfrm>
            <a:off x="594360" y="2676525"/>
            <a:ext cx="4490827" cy="3597470"/>
          </a:xfrm>
        </p:spPr>
        <p:txBody>
          <a:bodyPr/>
          <a:lstStyle/>
          <a:p>
            <a:r>
              <a:rPr lang="en-US" dirty="0"/>
              <a:t>Road and footpath networks form the backbone of settlement life: </a:t>
            </a:r>
          </a:p>
          <a:p>
            <a:pPr lvl="1"/>
            <a:r>
              <a:rPr lang="en-US" dirty="0"/>
              <a:t>Markets</a:t>
            </a:r>
          </a:p>
          <a:p>
            <a:pPr lvl="1"/>
            <a:r>
              <a:rPr lang="en-US" dirty="0"/>
              <a:t>Access to water</a:t>
            </a:r>
          </a:p>
          <a:p>
            <a:pPr lvl="1"/>
            <a:r>
              <a:rPr lang="en-US" dirty="0"/>
              <a:t>Agricultural plots</a:t>
            </a:r>
          </a:p>
        </p:txBody>
      </p:sp>
      <p:sp>
        <p:nvSpPr>
          <p:cNvPr id="4" name="Content Placeholder 3">
            <a:extLst>
              <a:ext uri="{FF2B5EF4-FFF2-40B4-BE49-F238E27FC236}">
                <a16:creationId xmlns:a16="http://schemas.microsoft.com/office/drawing/2014/main" id="{41FC7B50-71A6-D8BE-C032-5EB4CF5706D5}"/>
              </a:ext>
            </a:extLst>
          </p:cNvPr>
          <p:cNvSpPr>
            <a:spLocks noGrp="1"/>
          </p:cNvSpPr>
          <p:nvPr>
            <p:ph sz="quarter" idx="16"/>
          </p:nvPr>
        </p:nvSpPr>
        <p:spPr>
          <a:xfrm>
            <a:off x="5881898" y="2676525"/>
            <a:ext cx="4490827" cy="3597470"/>
          </a:xfrm>
        </p:spPr>
        <p:txBody>
          <a:bodyPr/>
          <a:lstStyle/>
          <a:p>
            <a:pPr marL="342900" indent="-342900">
              <a:buFont typeface="Arial" panose="020B0604020202020204" pitchFamily="34" charset="0"/>
              <a:buChar char="•"/>
            </a:pPr>
            <a:r>
              <a:rPr lang="en-US" dirty="0"/>
              <a:t>Maps of these networks are incomplete, they appear to have not been updated for some years:</a:t>
            </a:r>
          </a:p>
        </p:txBody>
      </p:sp>
      <p:graphicFrame>
        <p:nvGraphicFramePr>
          <p:cNvPr id="5" name="Object 4">
            <a:extLst>
              <a:ext uri="{FF2B5EF4-FFF2-40B4-BE49-F238E27FC236}">
                <a16:creationId xmlns:a16="http://schemas.microsoft.com/office/drawing/2014/main" id="{D45BD780-49CC-8D4E-470A-18793A443644}"/>
              </a:ext>
            </a:extLst>
          </p:cNvPr>
          <p:cNvGraphicFramePr>
            <a:graphicFrameLocks noChangeAspect="1"/>
          </p:cNvGraphicFramePr>
          <p:nvPr>
            <p:extLst>
              <p:ext uri="{D42A27DB-BD31-4B8C-83A1-F6EECF244321}">
                <p14:modId xmlns:p14="http://schemas.microsoft.com/office/powerpoint/2010/main" val="4124757653"/>
              </p:ext>
            </p:extLst>
          </p:nvPr>
        </p:nvGraphicFramePr>
        <p:xfrm>
          <a:off x="7299325" y="3978275"/>
          <a:ext cx="1174750" cy="993775"/>
        </p:xfrm>
        <a:graphic>
          <a:graphicData uri="http://schemas.openxmlformats.org/presentationml/2006/ole">
            <mc:AlternateContent xmlns:mc="http://schemas.openxmlformats.org/markup-compatibility/2006">
              <mc:Choice xmlns:v="urn:schemas-microsoft-com:vml" Requires="v">
                <p:oleObj name="Packager Shell Object" showAsIcon="1" r:id="rId3" imgW="801720" imgH="678240" progId="Package">
                  <p:embed/>
                </p:oleObj>
              </mc:Choice>
              <mc:Fallback>
                <p:oleObj name="Packager Shell Object" showAsIcon="1" r:id="rId3" imgW="801720" imgH="678240" progId="Package">
                  <p:embed/>
                  <p:pic>
                    <p:nvPicPr>
                      <p:cNvPr id="0" name=""/>
                      <p:cNvPicPr/>
                      <p:nvPr/>
                    </p:nvPicPr>
                    <p:blipFill>
                      <a:blip r:embed="rId4"/>
                      <a:stretch>
                        <a:fillRect/>
                      </a:stretch>
                    </p:blipFill>
                    <p:spPr>
                      <a:xfrm>
                        <a:off x="7299325" y="3978275"/>
                        <a:ext cx="1174750" cy="993775"/>
                      </a:xfrm>
                      <a:prstGeom prst="rect">
                        <a:avLst/>
                      </a:prstGeom>
                    </p:spPr>
                  </p:pic>
                </p:oleObj>
              </mc:Fallback>
            </mc:AlternateContent>
          </a:graphicData>
        </a:graphic>
      </p:graphicFrame>
    </p:spTree>
    <p:extLst>
      <p:ext uri="{BB962C8B-B14F-4D97-AF65-F5344CB8AC3E}">
        <p14:creationId xmlns:p14="http://schemas.microsoft.com/office/powerpoint/2010/main" val="888484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D29B5-1B58-809F-FEA7-B82105E94664}"/>
              </a:ext>
            </a:extLst>
          </p:cNvPr>
          <p:cNvSpPr>
            <a:spLocks noGrp="1"/>
          </p:cNvSpPr>
          <p:nvPr>
            <p:ph type="title"/>
          </p:nvPr>
        </p:nvSpPr>
        <p:spPr>
          <a:xfrm>
            <a:off x="6318885" y="3499667"/>
            <a:ext cx="4939666" cy="2542810"/>
          </a:xfrm>
        </p:spPr>
        <p:txBody>
          <a:bodyPr/>
          <a:lstStyle/>
          <a:p>
            <a:r>
              <a:rPr lang="en-US" dirty="0"/>
              <a:t>Road Detection In the Tropical Agrarian Context</a:t>
            </a:r>
          </a:p>
        </p:txBody>
      </p:sp>
      <p:sp>
        <p:nvSpPr>
          <p:cNvPr id="4" name="Content Placeholder 3">
            <a:extLst>
              <a:ext uri="{FF2B5EF4-FFF2-40B4-BE49-F238E27FC236}">
                <a16:creationId xmlns:a16="http://schemas.microsoft.com/office/drawing/2014/main" id="{07C3632C-2D2E-7026-33B8-EE42DA4BDB5C}"/>
              </a:ext>
            </a:extLst>
          </p:cNvPr>
          <p:cNvSpPr>
            <a:spLocks noGrp="1"/>
          </p:cNvSpPr>
          <p:nvPr>
            <p:ph sz="quarter" idx="14"/>
          </p:nvPr>
        </p:nvSpPr>
        <p:spPr>
          <a:xfrm>
            <a:off x="603885" y="457201"/>
            <a:ext cx="5198269" cy="2305050"/>
          </a:xfrm>
        </p:spPr>
        <p:txBody>
          <a:bodyPr>
            <a:normAutofit fontScale="92500" lnSpcReduction="20000"/>
          </a:bodyPr>
          <a:lstStyle/>
          <a:p>
            <a:r>
              <a:rPr lang="en-US" dirty="0"/>
              <a:t>Missing road data limits our ability to develop quantitative models to understand the where’s, why’s and how’s of refugee lives</a:t>
            </a:r>
          </a:p>
          <a:p>
            <a:r>
              <a:rPr lang="en-US" dirty="0"/>
              <a:t>Settlement expansion and land use</a:t>
            </a:r>
          </a:p>
          <a:p>
            <a:r>
              <a:rPr lang="en-US" dirty="0"/>
              <a:t>Manual digitization is slow and costly, so I’m taking advantage of this course to pilot an automated road detection workflow</a:t>
            </a:r>
          </a:p>
          <a:p>
            <a:endParaRPr lang="en-US" dirty="0"/>
          </a:p>
        </p:txBody>
      </p:sp>
      <p:sp>
        <p:nvSpPr>
          <p:cNvPr id="3" name="Content Placeholder 2">
            <a:extLst>
              <a:ext uri="{FF2B5EF4-FFF2-40B4-BE49-F238E27FC236}">
                <a16:creationId xmlns:a16="http://schemas.microsoft.com/office/drawing/2014/main" id="{8B599B60-BF79-A832-6AD4-6C6FC6CE4317}"/>
              </a:ext>
            </a:extLst>
          </p:cNvPr>
          <p:cNvSpPr>
            <a:spLocks noGrp="1"/>
          </p:cNvSpPr>
          <p:nvPr>
            <p:ph sz="quarter" idx="15"/>
          </p:nvPr>
        </p:nvSpPr>
        <p:spPr>
          <a:xfrm>
            <a:off x="594360" y="2810595"/>
            <a:ext cx="5198269" cy="3319513"/>
          </a:xfrm>
        </p:spPr>
        <p:txBody>
          <a:bodyPr>
            <a:normAutofit fontScale="85000" lnSpcReduction="10000"/>
          </a:bodyPr>
          <a:lstStyle/>
          <a:p>
            <a:r>
              <a:rPr lang="en-US" i="1" dirty="0"/>
              <a:t>Why should we care??</a:t>
            </a:r>
          </a:p>
          <a:p>
            <a:pPr lvl="1"/>
            <a:r>
              <a:rPr lang="en-US" dirty="0"/>
              <a:t>Supports food security and humanitarian planning!</a:t>
            </a:r>
          </a:p>
          <a:p>
            <a:pPr lvl="1"/>
            <a:r>
              <a:rPr lang="en-US" dirty="0"/>
              <a:t>Contribute to representational equity in geospatial data (closing data gaps)</a:t>
            </a:r>
          </a:p>
          <a:p>
            <a:pPr lvl="1"/>
            <a:r>
              <a:rPr lang="en-US" dirty="0"/>
              <a:t>There is a technical motivation as well! There have been few attempts to do these kinds of projects in rural agrarian settings. </a:t>
            </a:r>
          </a:p>
          <a:p>
            <a:pPr lvl="1"/>
            <a:r>
              <a:rPr lang="en-US" dirty="0"/>
              <a:t>Can we fine-tune general purpose vision models (e.g. a U-Net pretrained on ImageNet) or models trained on urban road data to our low-resource humanitarian context. </a:t>
            </a:r>
          </a:p>
        </p:txBody>
      </p:sp>
    </p:spTree>
    <p:extLst>
      <p:ext uri="{BB962C8B-B14F-4D97-AF65-F5344CB8AC3E}">
        <p14:creationId xmlns:p14="http://schemas.microsoft.com/office/powerpoint/2010/main" val="3088225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6A9A9A7-F1D2-237D-AC72-E21A286F0A6F}"/>
              </a:ext>
            </a:extLst>
          </p:cNvPr>
          <p:cNvSpPr>
            <a:spLocks noGrp="1"/>
          </p:cNvSpPr>
          <p:nvPr>
            <p:ph type="title"/>
          </p:nvPr>
        </p:nvSpPr>
        <p:spPr>
          <a:xfrm>
            <a:off x="3661409" y="4661717"/>
            <a:ext cx="7936230" cy="1380760"/>
          </a:xfrm>
        </p:spPr>
        <p:txBody>
          <a:bodyPr/>
          <a:lstStyle/>
          <a:p>
            <a:r>
              <a:rPr lang="en-US" sz="3600" dirty="0"/>
              <a:t>Deep Learning for Road Extraction</a:t>
            </a:r>
          </a:p>
        </p:txBody>
      </p:sp>
      <p:sp>
        <p:nvSpPr>
          <p:cNvPr id="4" name="Content Placeholder 3">
            <a:extLst>
              <a:ext uri="{FF2B5EF4-FFF2-40B4-BE49-F238E27FC236}">
                <a16:creationId xmlns:a16="http://schemas.microsoft.com/office/drawing/2014/main" id="{CDB14AAA-1F04-769D-E7F0-4F68C8EB9283}"/>
              </a:ext>
            </a:extLst>
          </p:cNvPr>
          <p:cNvSpPr>
            <a:spLocks noGrp="1"/>
          </p:cNvSpPr>
          <p:nvPr>
            <p:ph sz="quarter" idx="14"/>
          </p:nvPr>
        </p:nvSpPr>
        <p:spPr>
          <a:xfrm>
            <a:off x="952500" y="571321"/>
            <a:ext cx="2825115" cy="1476023"/>
          </a:xfrm>
        </p:spPr>
        <p:txBody>
          <a:bodyPr>
            <a:normAutofit/>
          </a:bodyPr>
          <a:lstStyle/>
          <a:p>
            <a:r>
              <a:rPr lang="en-US" sz="2400" dirty="0"/>
              <a:t>Where do we stand? What is </a:t>
            </a:r>
            <a:r>
              <a:rPr lang="en-US" sz="2400" i="1" dirty="0"/>
              <a:t>the state-of-the-art</a:t>
            </a:r>
            <a:r>
              <a:rPr lang="en-US" sz="2400" dirty="0"/>
              <a:t>?</a:t>
            </a:r>
          </a:p>
        </p:txBody>
      </p:sp>
      <p:pic>
        <p:nvPicPr>
          <p:cNvPr id="7" name="Content Placeholder 6" descr="A screenshot of a computer&#10;&#10;AI-generated content may be incorrect.">
            <a:extLst>
              <a:ext uri="{FF2B5EF4-FFF2-40B4-BE49-F238E27FC236}">
                <a16:creationId xmlns:a16="http://schemas.microsoft.com/office/drawing/2014/main" id="{BACB0CA6-9B07-AC2D-032A-9C9829F869D5}"/>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5174524" y="571321"/>
            <a:ext cx="4890951" cy="4780776"/>
          </a:xfrm>
          <a:noFill/>
          <a:ln w="15875">
            <a:solidFill>
              <a:schemeClr val="bg1"/>
            </a:solidFill>
          </a:ln>
        </p:spPr>
      </p:pic>
    </p:spTree>
    <p:extLst>
      <p:ext uri="{BB962C8B-B14F-4D97-AF65-F5344CB8AC3E}">
        <p14:creationId xmlns:p14="http://schemas.microsoft.com/office/powerpoint/2010/main" val="41276951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A871D-B15E-C971-7C85-0AF173E38781}"/>
              </a:ext>
            </a:extLst>
          </p:cNvPr>
          <p:cNvSpPr>
            <a:spLocks noGrp="1"/>
          </p:cNvSpPr>
          <p:nvPr>
            <p:ph type="title"/>
          </p:nvPr>
        </p:nvSpPr>
        <p:spPr>
          <a:xfrm>
            <a:off x="575310" y="278129"/>
            <a:ext cx="5063490" cy="2354026"/>
          </a:xfrm>
        </p:spPr>
        <p:txBody>
          <a:bodyPr/>
          <a:lstStyle/>
          <a:p>
            <a:r>
              <a:rPr lang="en-US" dirty="0"/>
              <a:t>Anticipated Methods (overview)</a:t>
            </a:r>
          </a:p>
        </p:txBody>
      </p:sp>
      <p:sp>
        <p:nvSpPr>
          <p:cNvPr id="3" name="Content Placeholder 2">
            <a:extLst>
              <a:ext uri="{FF2B5EF4-FFF2-40B4-BE49-F238E27FC236}">
                <a16:creationId xmlns:a16="http://schemas.microsoft.com/office/drawing/2014/main" id="{34F2E863-4A4C-76FE-444A-083F93043389}"/>
              </a:ext>
            </a:extLst>
          </p:cNvPr>
          <p:cNvSpPr>
            <a:spLocks noGrp="1"/>
          </p:cNvSpPr>
          <p:nvPr>
            <p:ph sz="quarter" idx="16"/>
          </p:nvPr>
        </p:nvSpPr>
        <p:spPr>
          <a:xfrm>
            <a:off x="593725" y="3279775"/>
            <a:ext cx="5045075" cy="2994025"/>
          </a:xfrm>
        </p:spPr>
        <p:txBody>
          <a:bodyPr>
            <a:normAutofit fontScale="70000" lnSpcReduction="20000"/>
          </a:bodyPr>
          <a:lstStyle/>
          <a:p>
            <a:pPr marL="342900" indent="-342900">
              <a:buFont typeface="Arial" panose="020B0604020202020204" pitchFamily="34" charset="0"/>
              <a:buChar char="•"/>
            </a:pPr>
            <a:r>
              <a:rPr lang="en-US" dirty="0"/>
              <a:t>Fine-tune a </a:t>
            </a:r>
            <a:r>
              <a:rPr lang="en-US" b="1" dirty="0"/>
              <a:t>pretrained U-Net (ResNet-34 encoder)</a:t>
            </a:r>
            <a:r>
              <a:rPr lang="en-US" dirty="0"/>
              <a:t> on 50 cm Maxar imagery. [</a:t>
            </a:r>
            <a:r>
              <a:rPr lang="en-US" dirty="0">
                <a:hlinkClick r:id="rId3"/>
              </a:rPr>
              <a:t>https://github.com/amaha7984/Road-Extraction-with-Advanced-Deep-Learning-Model</a:t>
            </a:r>
            <a:r>
              <a:rPr lang="en-US" dirty="0"/>
              <a:t>]</a:t>
            </a:r>
          </a:p>
          <a:p>
            <a:pPr marL="342900" indent="-342900">
              <a:buFont typeface="Arial" panose="020B0604020202020204" pitchFamily="34" charset="0"/>
              <a:buChar char="•"/>
            </a:pPr>
            <a:r>
              <a:rPr lang="en-US" dirty="0"/>
              <a:t>Combine </a:t>
            </a:r>
            <a:r>
              <a:rPr lang="en-US" b="1" dirty="0"/>
              <a:t>OSM roads</a:t>
            </a:r>
            <a:r>
              <a:rPr lang="en-US" dirty="0"/>
              <a:t> with manual annotations of missing paths.</a:t>
            </a:r>
          </a:p>
          <a:p>
            <a:pPr marL="342900" indent="-342900">
              <a:buFont typeface="Arial" panose="020B0604020202020204" pitchFamily="34" charset="0"/>
              <a:buChar char="•"/>
            </a:pPr>
            <a:r>
              <a:rPr lang="en-US" dirty="0"/>
              <a:t>Prioritize labeling AOIs around </a:t>
            </a:r>
            <a:r>
              <a:rPr lang="en-US" b="1" dirty="0"/>
              <a:t>population centers and cultivated fields</a:t>
            </a:r>
            <a:r>
              <a:rPr lang="en-US" dirty="0"/>
              <a:t>.</a:t>
            </a:r>
          </a:p>
          <a:p>
            <a:pPr marL="342900" indent="-342900">
              <a:buFont typeface="Arial" panose="020B0604020202020204" pitchFamily="34" charset="0"/>
              <a:buChar char="•"/>
            </a:pPr>
            <a:r>
              <a:rPr lang="it-IT" dirty="0"/>
              <a:t>Loss=</a:t>
            </a:r>
            <a:r>
              <a:rPr lang="el-GR" dirty="0"/>
              <a:t>λ1</a:t>
            </a:r>
            <a:r>
              <a:rPr lang="en-US" dirty="0"/>
              <a:t>x</a:t>
            </a:r>
            <a:r>
              <a:rPr lang="el-GR" dirty="0"/>
              <a:t>​</a:t>
            </a:r>
            <a:r>
              <a:rPr lang="en-US" dirty="0"/>
              <a:t>BCE​+</a:t>
            </a:r>
            <a:r>
              <a:rPr lang="el-GR" dirty="0"/>
              <a:t>λ2</a:t>
            </a:r>
            <a:r>
              <a:rPr lang="en-US" dirty="0"/>
              <a:t>x</a:t>
            </a:r>
            <a:r>
              <a:rPr lang="el-GR" dirty="0"/>
              <a:t>​</a:t>
            </a:r>
            <a:r>
              <a:rPr lang="en-US" dirty="0"/>
              <a:t>Dice​+</a:t>
            </a:r>
            <a:r>
              <a:rPr lang="el-GR" dirty="0"/>
              <a:t>λ3​</a:t>
            </a:r>
            <a:r>
              <a:rPr lang="en-US" dirty="0" err="1"/>
              <a:t>xclDice</a:t>
            </a:r>
            <a:r>
              <a:rPr lang="en-US" dirty="0"/>
              <a:t>​</a:t>
            </a:r>
          </a:p>
          <a:p>
            <a:pPr marL="342900" indent="-342900">
              <a:buFont typeface="Arial" panose="020B0604020202020204" pitchFamily="34" charset="0"/>
              <a:buChar char="•"/>
            </a:pPr>
            <a:r>
              <a:rPr lang="en-US" dirty="0"/>
              <a:t>Post processing to vectorize the road mask and snap them based on some sensitivity threshold to ensure sound topology. </a:t>
            </a:r>
          </a:p>
        </p:txBody>
      </p:sp>
      <p:pic>
        <p:nvPicPr>
          <p:cNvPr id="5" name="Picture Placeholder 52" descr="Hanging lightbulbs">
            <a:extLst>
              <a:ext uri="{FF2B5EF4-FFF2-40B4-BE49-F238E27FC236}">
                <a16:creationId xmlns:a16="http://schemas.microsoft.com/office/drawing/2014/main" id="{F2B2501C-600C-11B3-1ECD-912D988906A5}"/>
              </a:ext>
            </a:extLst>
          </p:cNvPr>
          <p:cNvPicPr>
            <a:picLocks noGrp="1" noChangeAspect="1"/>
          </p:cNvPicPr>
          <p:nvPr>
            <p:ph type="pic" sz="quarter" idx="15"/>
          </p:nvPr>
        </p:nvPicPr>
        <p:blipFill>
          <a:blip r:embed="rId4">
            <a:extLst>
              <a:ext uri="{28A0092B-C50C-407E-A947-70E740481C1C}">
                <a14:useLocalDpi xmlns:a14="http://schemas.microsoft.com/office/drawing/2010/main" val="0"/>
              </a:ext>
            </a:extLst>
          </a:blip>
          <a:srcRect l="16" r="16"/>
          <a:stretch/>
        </p:blipFill>
        <p:spPr>
          <a:xfrm>
            <a:off x="6096000" y="0"/>
            <a:ext cx="6118225" cy="6858000"/>
          </a:xfrm>
        </p:spPr>
      </p:pic>
    </p:spTree>
    <p:extLst>
      <p:ext uri="{BB962C8B-B14F-4D97-AF65-F5344CB8AC3E}">
        <p14:creationId xmlns:p14="http://schemas.microsoft.com/office/powerpoint/2010/main" val="298364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59DC4-8B30-98A0-5BAB-C78BA4A4AD55}"/>
              </a:ext>
            </a:extLst>
          </p:cNvPr>
          <p:cNvSpPr>
            <a:spLocks noGrp="1"/>
          </p:cNvSpPr>
          <p:nvPr>
            <p:ph type="title"/>
          </p:nvPr>
        </p:nvSpPr>
        <p:spPr>
          <a:xfrm>
            <a:off x="594360" y="198408"/>
            <a:ext cx="10972800" cy="1574317"/>
          </a:xfrm>
        </p:spPr>
        <p:txBody>
          <a:bodyPr/>
          <a:lstStyle/>
          <a:p>
            <a:r>
              <a:rPr lang="en-US" dirty="0"/>
              <a:t>Anticipated Methods (detailed)</a:t>
            </a:r>
          </a:p>
        </p:txBody>
      </p:sp>
      <p:sp>
        <p:nvSpPr>
          <p:cNvPr id="3" name="Content Placeholder 2">
            <a:extLst>
              <a:ext uri="{FF2B5EF4-FFF2-40B4-BE49-F238E27FC236}">
                <a16:creationId xmlns:a16="http://schemas.microsoft.com/office/drawing/2014/main" id="{4096FB3A-B62C-3DAB-4FD1-B4EBDD650AEF}"/>
              </a:ext>
            </a:extLst>
          </p:cNvPr>
          <p:cNvSpPr>
            <a:spLocks noGrp="1"/>
          </p:cNvSpPr>
          <p:nvPr>
            <p:ph sz="quarter" idx="13"/>
          </p:nvPr>
        </p:nvSpPr>
        <p:spPr>
          <a:xfrm>
            <a:off x="576823" y="2466319"/>
            <a:ext cx="5746750" cy="3597470"/>
          </a:xfrm>
        </p:spPr>
        <p:txBody>
          <a:bodyPr>
            <a:normAutofit/>
          </a:bodyPr>
          <a:lstStyle/>
          <a:p>
            <a:pPr lvl="1"/>
            <a:endParaRPr lang="en-US" dirty="0"/>
          </a:p>
          <a:p>
            <a:pPr lvl="1"/>
            <a:r>
              <a:rPr lang="en-US" b="1" dirty="0"/>
              <a:t>Acquire</a:t>
            </a:r>
            <a:r>
              <a:rPr lang="en-US" dirty="0"/>
              <a:t> and tile up </a:t>
            </a:r>
            <a:r>
              <a:rPr lang="en-US" dirty="0" err="1"/>
              <a:t>maxar</a:t>
            </a:r>
            <a:r>
              <a:rPr lang="en-US" dirty="0"/>
              <a:t> imagery (stored on HPC)</a:t>
            </a:r>
          </a:p>
          <a:p>
            <a:pPr lvl="1"/>
            <a:r>
              <a:rPr lang="en-US" b="1" dirty="0"/>
              <a:t>Align </a:t>
            </a:r>
            <a:r>
              <a:rPr lang="en-US" b="1" dirty="0" err="1"/>
              <a:t>maxar</a:t>
            </a:r>
            <a:r>
              <a:rPr lang="en-US" b="1" dirty="0"/>
              <a:t> imagery with OSM layer</a:t>
            </a:r>
            <a:r>
              <a:rPr lang="en-US" dirty="0"/>
              <a:t>, define AOI(s)</a:t>
            </a:r>
          </a:p>
          <a:p>
            <a:pPr lvl="1"/>
            <a:r>
              <a:rPr lang="en-US" dirty="0"/>
              <a:t>512 × 512 </a:t>
            </a:r>
            <a:r>
              <a:rPr lang="en-US" dirty="0" err="1"/>
              <a:t>px</a:t>
            </a:r>
            <a:r>
              <a:rPr lang="en-US" dirty="0"/>
              <a:t> </a:t>
            </a:r>
            <a:r>
              <a:rPr lang="en-US" b="1" dirty="0"/>
              <a:t>patches</a:t>
            </a:r>
            <a:r>
              <a:rPr lang="en-US" dirty="0"/>
              <a:t> at </a:t>
            </a:r>
            <a:r>
              <a:rPr lang="en-US" dirty="0" err="1"/>
              <a:t>maxar</a:t>
            </a:r>
            <a:r>
              <a:rPr lang="en-US" dirty="0"/>
              <a:t> 0.5m = 256 × 256m coverage per patch </a:t>
            </a:r>
          </a:p>
          <a:p>
            <a:pPr lvl="1"/>
            <a:endParaRPr lang="en-US" dirty="0"/>
          </a:p>
          <a:p>
            <a:pPr lvl="1"/>
            <a:r>
              <a:rPr lang="en-US" dirty="0"/>
              <a:t>Can </a:t>
            </a:r>
            <a:r>
              <a:rPr lang="en-US" b="1" dirty="0"/>
              <a:t>label 200-500 patches </a:t>
            </a:r>
            <a:r>
              <a:rPr lang="en-US" dirty="0"/>
              <a:t>(maybe). Plan to annotate lines in QGIS and then buffer to create mask</a:t>
            </a:r>
          </a:p>
        </p:txBody>
      </p:sp>
      <p:sp>
        <p:nvSpPr>
          <p:cNvPr id="4" name="Content Placeholder 3">
            <a:extLst>
              <a:ext uri="{FF2B5EF4-FFF2-40B4-BE49-F238E27FC236}">
                <a16:creationId xmlns:a16="http://schemas.microsoft.com/office/drawing/2014/main" id="{43E198AA-251D-4446-30C4-8F2FA7F6A72C}"/>
              </a:ext>
            </a:extLst>
          </p:cNvPr>
          <p:cNvSpPr>
            <a:spLocks noGrp="1"/>
          </p:cNvSpPr>
          <p:nvPr>
            <p:ph sz="quarter" idx="14"/>
          </p:nvPr>
        </p:nvSpPr>
        <p:spPr>
          <a:xfrm>
            <a:off x="7620000" y="2676526"/>
            <a:ext cx="3947160" cy="752474"/>
          </a:xfrm>
        </p:spPr>
        <p:txBody>
          <a:bodyPr/>
          <a:lstStyle/>
          <a:p>
            <a:r>
              <a:rPr lang="en-US" dirty="0"/>
              <a:t>80/10/10 or 70/15/15 </a:t>
            </a:r>
            <a:r>
              <a:rPr lang="en-US" b="1" dirty="0"/>
              <a:t>train/test/validation split</a:t>
            </a:r>
          </a:p>
        </p:txBody>
      </p:sp>
    </p:spTree>
    <p:extLst>
      <p:ext uri="{BB962C8B-B14F-4D97-AF65-F5344CB8AC3E}">
        <p14:creationId xmlns:p14="http://schemas.microsoft.com/office/powerpoint/2010/main" val="1850768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91B27-FAAA-1FD5-A870-13D3682EC67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FFEED8-86D0-172D-5B91-3246D875E7C4}"/>
              </a:ext>
            </a:extLst>
          </p:cNvPr>
          <p:cNvSpPr>
            <a:spLocks noGrp="1"/>
          </p:cNvSpPr>
          <p:nvPr>
            <p:ph type="title"/>
          </p:nvPr>
        </p:nvSpPr>
        <p:spPr>
          <a:xfrm>
            <a:off x="594360" y="584005"/>
            <a:ext cx="10972800" cy="1188720"/>
          </a:xfrm>
        </p:spPr>
        <p:txBody>
          <a:bodyPr/>
          <a:lstStyle/>
          <a:p>
            <a:r>
              <a:rPr lang="en-US" dirty="0"/>
              <a:t>Proposed Schedule</a:t>
            </a:r>
          </a:p>
        </p:txBody>
      </p:sp>
      <p:pic>
        <p:nvPicPr>
          <p:cNvPr id="14" name="Picture 13">
            <a:extLst>
              <a:ext uri="{FF2B5EF4-FFF2-40B4-BE49-F238E27FC236}">
                <a16:creationId xmlns:a16="http://schemas.microsoft.com/office/drawing/2014/main" id="{AF73FEBB-9EF9-F1D9-5255-6D8F75321607}"/>
              </a:ext>
            </a:extLst>
          </p:cNvPr>
          <p:cNvPicPr>
            <a:picLocks noChangeAspect="1"/>
          </p:cNvPicPr>
          <p:nvPr/>
        </p:nvPicPr>
        <p:blipFill>
          <a:blip r:embed="rId3"/>
          <a:stretch>
            <a:fillRect/>
          </a:stretch>
        </p:blipFill>
        <p:spPr>
          <a:xfrm>
            <a:off x="1641538" y="2412805"/>
            <a:ext cx="8527923" cy="4064195"/>
          </a:xfrm>
          <a:prstGeom prst="rect">
            <a:avLst/>
          </a:prstGeom>
        </p:spPr>
      </p:pic>
    </p:spTree>
    <p:extLst>
      <p:ext uri="{BB962C8B-B14F-4D97-AF65-F5344CB8AC3E}">
        <p14:creationId xmlns:p14="http://schemas.microsoft.com/office/powerpoint/2010/main" val="886068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345D1-FBEE-168C-E3F4-F00A0072235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122DF6B-C381-D420-D68A-58C8DA55AF0D}"/>
              </a:ext>
            </a:extLst>
          </p:cNvPr>
          <p:cNvSpPr>
            <a:spLocks noGrp="1"/>
          </p:cNvSpPr>
          <p:nvPr>
            <p:ph type="title"/>
          </p:nvPr>
        </p:nvSpPr>
        <p:spPr>
          <a:xfrm>
            <a:off x="594360" y="584005"/>
            <a:ext cx="10972800" cy="1188720"/>
          </a:xfrm>
        </p:spPr>
        <p:txBody>
          <a:bodyPr/>
          <a:lstStyle/>
          <a:p>
            <a:r>
              <a:rPr lang="en-US" dirty="0"/>
              <a:t>Actual Schedule</a:t>
            </a:r>
          </a:p>
        </p:txBody>
      </p:sp>
      <p:pic>
        <p:nvPicPr>
          <p:cNvPr id="14" name="Picture 13">
            <a:extLst>
              <a:ext uri="{FF2B5EF4-FFF2-40B4-BE49-F238E27FC236}">
                <a16:creationId xmlns:a16="http://schemas.microsoft.com/office/drawing/2014/main" id="{1EEEDC28-4658-C8BC-CA8C-1A2E867E92BA}"/>
              </a:ext>
            </a:extLst>
          </p:cNvPr>
          <p:cNvPicPr>
            <a:picLocks noChangeAspect="1"/>
          </p:cNvPicPr>
          <p:nvPr/>
        </p:nvPicPr>
        <p:blipFill>
          <a:blip r:embed="rId3"/>
          <a:stretch>
            <a:fillRect/>
          </a:stretch>
        </p:blipFill>
        <p:spPr>
          <a:xfrm>
            <a:off x="1641538" y="2412805"/>
            <a:ext cx="8527923" cy="4064195"/>
          </a:xfrm>
          <a:prstGeom prst="rect">
            <a:avLst/>
          </a:prstGeom>
        </p:spPr>
      </p:pic>
      <p:pic>
        <p:nvPicPr>
          <p:cNvPr id="4" name="Picture 3">
            <a:extLst>
              <a:ext uri="{FF2B5EF4-FFF2-40B4-BE49-F238E27FC236}">
                <a16:creationId xmlns:a16="http://schemas.microsoft.com/office/drawing/2014/main" id="{F701059E-B3C8-D95A-1D57-C9DD07F82F2C}"/>
              </a:ext>
            </a:extLst>
          </p:cNvPr>
          <p:cNvPicPr>
            <a:picLocks noChangeAspect="1"/>
          </p:cNvPicPr>
          <p:nvPr/>
        </p:nvPicPr>
        <p:blipFill>
          <a:blip r:embed="rId4"/>
          <a:stretch>
            <a:fillRect/>
          </a:stretch>
        </p:blipFill>
        <p:spPr>
          <a:xfrm>
            <a:off x="1641538" y="2486371"/>
            <a:ext cx="8527922" cy="3990629"/>
          </a:xfrm>
          <a:prstGeom prst="rect">
            <a:avLst/>
          </a:prstGeom>
        </p:spPr>
      </p:pic>
      <p:grpSp>
        <p:nvGrpSpPr>
          <p:cNvPr id="46" name="Group 45">
            <a:extLst>
              <a:ext uri="{FF2B5EF4-FFF2-40B4-BE49-F238E27FC236}">
                <a16:creationId xmlns:a16="http://schemas.microsoft.com/office/drawing/2014/main" id="{B20640D3-8549-7DDE-92E0-102781DCD04A}"/>
              </a:ext>
            </a:extLst>
          </p:cNvPr>
          <p:cNvGrpSpPr/>
          <p:nvPr/>
        </p:nvGrpSpPr>
        <p:grpSpPr>
          <a:xfrm>
            <a:off x="3930695" y="2880047"/>
            <a:ext cx="2519280" cy="1370880"/>
            <a:chOff x="3930695" y="2880047"/>
            <a:chExt cx="2519280" cy="1370880"/>
          </a:xfrm>
        </p:grpSpPr>
        <mc:AlternateContent xmlns:mc="http://schemas.openxmlformats.org/markup-compatibility/2006">
          <mc:Choice xmlns:p14="http://schemas.microsoft.com/office/powerpoint/2010/main" Requires="p14">
            <p:contentPart p14:bwMode="auto" r:id="rId5">
              <p14:nvContentPartPr>
                <p14:cNvPr id="42" name="Ink 41">
                  <a:extLst>
                    <a:ext uri="{FF2B5EF4-FFF2-40B4-BE49-F238E27FC236}">
                      <a16:creationId xmlns:a16="http://schemas.microsoft.com/office/drawing/2014/main" id="{33C14911-F8B4-732D-96CB-0206C4781016}"/>
                    </a:ext>
                  </a:extLst>
                </p14:cNvPr>
                <p14:cNvContentPartPr/>
                <p14:nvPr/>
              </p14:nvContentPartPr>
              <p14:xfrm>
                <a:off x="3930695" y="2880047"/>
                <a:ext cx="1135440" cy="697320"/>
              </p14:xfrm>
            </p:contentPart>
          </mc:Choice>
          <mc:Fallback>
            <p:pic>
              <p:nvPicPr>
                <p:cNvPr id="42" name="Ink 41">
                  <a:extLst>
                    <a:ext uri="{FF2B5EF4-FFF2-40B4-BE49-F238E27FC236}">
                      <a16:creationId xmlns:a16="http://schemas.microsoft.com/office/drawing/2014/main" id="{33C14911-F8B4-732D-96CB-0206C4781016}"/>
                    </a:ext>
                  </a:extLst>
                </p:cNvPr>
                <p:cNvPicPr/>
                <p:nvPr/>
              </p:nvPicPr>
              <p:blipFill>
                <a:blip r:embed="rId6"/>
                <a:stretch>
                  <a:fillRect/>
                </a:stretch>
              </p:blipFill>
              <p:spPr>
                <a:xfrm>
                  <a:off x="3895055" y="2844407"/>
                  <a:ext cx="1207080" cy="7689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43" name="Ink 42">
                  <a:extLst>
                    <a:ext uri="{FF2B5EF4-FFF2-40B4-BE49-F238E27FC236}">
                      <a16:creationId xmlns:a16="http://schemas.microsoft.com/office/drawing/2014/main" id="{170EA291-7A61-66F8-32F6-AB1FDE35E13D}"/>
                    </a:ext>
                  </a:extLst>
                </p14:cNvPr>
                <p14:cNvContentPartPr/>
                <p14:nvPr/>
              </p14:nvContentPartPr>
              <p14:xfrm>
                <a:off x="5224895" y="2947367"/>
                <a:ext cx="1115640" cy="644760"/>
              </p14:xfrm>
            </p:contentPart>
          </mc:Choice>
          <mc:Fallback>
            <p:pic>
              <p:nvPicPr>
                <p:cNvPr id="43" name="Ink 42">
                  <a:extLst>
                    <a:ext uri="{FF2B5EF4-FFF2-40B4-BE49-F238E27FC236}">
                      <a16:creationId xmlns:a16="http://schemas.microsoft.com/office/drawing/2014/main" id="{170EA291-7A61-66F8-32F6-AB1FDE35E13D}"/>
                    </a:ext>
                  </a:extLst>
                </p:cNvPr>
                <p:cNvPicPr/>
                <p:nvPr/>
              </p:nvPicPr>
              <p:blipFill>
                <a:blip r:embed="rId8"/>
                <a:stretch>
                  <a:fillRect/>
                </a:stretch>
              </p:blipFill>
              <p:spPr>
                <a:xfrm>
                  <a:off x="5188895" y="2911727"/>
                  <a:ext cx="1187280" cy="7164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45" name="Ink 44">
                  <a:extLst>
                    <a:ext uri="{FF2B5EF4-FFF2-40B4-BE49-F238E27FC236}">
                      <a16:creationId xmlns:a16="http://schemas.microsoft.com/office/drawing/2014/main" id="{01953908-6686-AFB0-7550-0D317753956E}"/>
                    </a:ext>
                  </a:extLst>
                </p14:cNvPr>
                <p14:cNvContentPartPr/>
                <p14:nvPr/>
              </p14:nvContentPartPr>
              <p14:xfrm>
                <a:off x="5272775" y="3795167"/>
                <a:ext cx="1177200" cy="455760"/>
              </p14:xfrm>
            </p:contentPart>
          </mc:Choice>
          <mc:Fallback>
            <p:pic>
              <p:nvPicPr>
                <p:cNvPr id="45" name="Ink 44">
                  <a:extLst>
                    <a:ext uri="{FF2B5EF4-FFF2-40B4-BE49-F238E27FC236}">
                      <a16:creationId xmlns:a16="http://schemas.microsoft.com/office/drawing/2014/main" id="{01953908-6686-AFB0-7550-0D317753956E}"/>
                    </a:ext>
                  </a:extLst>
                </p:cNvPr>
                <p:cNvPicPr/>
                <p:nvPr/>
              </p:nvPicPr>
              <p:blipFill>
                <a:blip r:embed="rId10"/>
                <a:stretch>
                  <a:fillRect/>
                </a:stretch>
              </p:blipFill>
              <p:spPr>
                <a:xfrm>
                  <a:off x="5236775" y="3759167"/>
                  <a:ext cx="1248840" cy="527400"/>
                </a:xfrm>
                <a:prstGeom prst="rect">
                  <a:avLst/>
                </a:prstGeom>
              </p:spPr>
            </p:pic>
          </mc:Fallback>
        </mc:AlternateContent>
      </p:grpSp>
      <p:grpSp>
        <p:nvGrpSpPr>
          <p:cNvPr id="62" name="Group 61">
            <a:extLst>
              <a:ext uri="{FF2B5EF4-FFF2-40B4-BE49-F238E27FC236}">
                <a16:creationId xmlns:a16="http://schemas.microsoft.com/office/drawing/2014/main" id="{94B24F8E-4C43-35AF-3B77-5F185F2FB278}"/>
              </a:ext>
            </a:extLst>
          </p:cNvPr>
          <p:cNvGrpSpPr/>
          <p:nvPr/>
        </p:nvGrpSpPr>
        <p:grpSpPr>
          <a:xfrm>
            <a:off x="5224895" y="4450007"/>
            <a:ext cx="4925160" cy="1452240"/>
            <a:chOff x="5224895" y="4450007"/>
            <a:chExt cx="4925160" cy="1452240"/>
          </a:xfrm>
        </p:grpSpPr>
        <mc:AlternateContent xmlns:mc="http://schemas.openxmlformats.org/markup-compatibility/2006">
          <mc:Choice xmlns:p14="http://schemas.microsoft.com/office/powerpoint/2010/main" Requires="p14">
            <p:contentPart p14:bwMode="auto" r:id="rId11">
              <p14:nvContentPartPr>
                <p14:cNvPr id="47" name="Ink 46">
                  <a:extLst>
                    <a:ext uri="{FF2B5EF4-FFF2-40B4-BE49-F238E27FC236}">
                      <a16:creationId xmlns:a16="http://schemas.microsoft.com/office/drawing/2014/main" id="{A7BE74F2-AF61-3368-A39A-4946ADF5AB35}"/>
                    </a:ext>
                  </a:extLst>
                </p14:cNvPr>
                <p14:cNvContentPartPr/>
                <p14:nvPr/>
              </p14:nvContentPartPr>
              <p14:xfrm>
                <a:off x="5224895" y="4452527"/>
                <a:ext cx="1260720" cy="391320"/>
              </p14:xfrm>
            </p:contentPart>
          </mc:Choice>
          <mc:Fallback>
            <p:pic>
              <p:nvPicPr>
                <p:cNvPr id="47" name="Ink 46">
                  <a:extLst>
                    <a:ext uri="{FF2B5EF4-FFF2-40B4-BE49-F238E27FC236}">
                      <a16:creationId xmlns:a16="http://schemas.microsoft.com/office/drawing/2014/main" id="{A7BE74F2-AF61-3368-A39A-4946ADF5AB35}"/>
                    </a:ext>
                  </a:extLst>
                </p:cNvPr>
                <p:cNvPicPr/>
                <p:nvPr/>
              </p:nvPicPr>
              <p:blipFill>
                <a:blip r:embed="rId12"/>
                <a:stretch>
                  <a:fillRect/>
                </a:stretch>
              </p:blipFill>
              <p:spPr>
                <a:xfrm>
                  <a:off x="5188895" y="4416887"/>
                  <a:ext cx="1332360" cy="4629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48" name="Ink 47">
                  <a:extLst>
                    <a:ext uri="{FF2B5EF4-FFF2-40B4-BE49-F238E27FC236}">
                      <a16:creationId xmlns:a16="http://schemas.microsoft.com/office/drawing/2014/main" id="{23316512-BB6E-2E3C-1CC4-4E2114ECF981}"/>
                    </a:ext>
                  </a:extLst>
                </p14:cNvPr>
                <p14:cNvContentPartPr/>
                <p14:nvPr/>
              </p14:nvContentPartPr>
              <p14:xfrm>
                <a:off x="5367455" y="4450007"/>
                <a:ext cx="1030680" cy="561240"/>
              </p14:xfrm>
            </p:contentPart>
          </mc:Choice>
          <mc:Fallback>
            <p:pic>
              <p:nvPicPr>
                <p:cNvPr id="48" name="Ink 47">
                  <a:extLst>
                    <a:ext uri="{FF2B5EF4-FFF2-40B4-BE49-F238E27FC236}">
                      <a16:creationId xmlns:a16="http://schemas.microsoft.com/office/drawing/2014/main" id="{23316512-BB6E-2E3C-1CC4-4E2114ECF981}"/>
                    </a:ext>
                  </a:extLst>
                </p:cNvPr>
                <p:cNvPicPr/>
                <p:nvPr/>
              </p:nvPicPr>
              <p:blipFill>
                <a:blip r:embed="rId14"/>
                <a:stretch>
                  <a:fillRect/>
                </a:stretch>
              </p:blipFill>
              <p:spPr>
                <a:xfrm>
                  <a:off x="5331815" y="4414367"/>
                  <a:ext cx="1102320" cy="6328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50" name="Ink 49">
                  <a:extLst>
                    <a:ext uri="{FF2B5EF4-FFF2-40B4-BE49-F238E27FC236}">
                      <a16:creationId xmlns:a16="http://schemas.microsoft.com/office/drawing/2014/main" id="{CDC94672-092C-BE0F-4AA8-E51713AAFF32}"/>
                    </a:ext>
                  </a:extLst>
                </p14:cNvPr>
                <p14:cNvContentPartPr/>
                <p14:nvPr/>
              </p14:nvContentPartPr>
              <p14:xfrm>
                <a:off x="6530975" y="4511927"/>
                <a:ext cx="1108080" cy="412200"/>
              </p14:xfrm>
            </p:contentPart>
          </mc:Choice>
          <mc:Fallback>
            <p:pic>
              <p:nvPicPr>
                <p:cNvPr id="50" name="Ink 49">
                  <a:extLst>
                    <a:ext uri="{FF2B5EF4-FFF2-40B4-BE49-F238E27FC236}">
                      <a16:creationId xmlns:a16="http://schemas.microsoft.com/office/drawing/2014/main" id="{CDC94672-092C-BE0F-4AA8-E51713AAFF32}"/>
                    </a:ext>
                  </a:extLst>
                </p:cNvPr>
                <p:cNvPicPr/>
                <p:nvPr/>
              </p:nvPicPr>
              <p:blipFill>
                <a:blip r:embed="rId16"/>
                <a:stretch>
                  <a:fillRect/>
                </a:stretch>
              </p:blipFill>
              <p:spPr>
                <a:xfrm>
                  <a:off x="6495335" y="4476287"/>
                  <a:ext cx="1179720" cy="48384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51" name="Ink 50">
                  <a:extLst>
                    <a:ext uri="{FF2B5EF4-FFF2-40B4-BE49-F238E27FC236}">
                      <a16:creationId xmlns:a16="http://schemas.microsoft.com/office/drawing/2014/main" id="{57BF221C-B144-BCF8-5DE6-BE21B1F111D2}"/>
                    </a:ext>
                  </a:extLst>
                </p14:cNvPr>
                <p14:cNvContentPartPr/>
                <p14:nvPr/>
              </p14:nvContentPartPr>
              <p14:xfrm>
                <a:off x="6661655" y="4495007"/>
                <a:ext cx="969120" cy="469440"/>
              </p14:xfrm>
            </p:contentPart>
          </mc:Choice>
          <mc:Fallback>
            <p:pic>
              <p:nvPicPr>
                <p:cNvPr id="51" name="Ink 50">
                  <a:extLst>
                    <a:ext uri="{FF2B5EF4-FFF2-40B4-BE49-F238E27FC236}">
                      <a16:creationId xmlns:a16="http://schemas.microsoft.com/office/drawing/2014/main" id="{57BF221C-B144-BCF8-5DE6-BE21B1F111D2}"/>
                    </a:ext>
                  </a:extLst>
                </p:cNvPr>
                <p:cNvPicPr/>
                <p:nvPr/>
              </p:nvPicPr>
              <p:blipFill>
                <a:blip r:embed="rId18"/>
                <a:stretch>
                  <a:fillRect/>
                </a:stretch>
              </p:blipFill>
              <p:spPr>
                <a:xfrm>
                  <a:off x="6625655" y="4459367"/>
                  <a:ext cx="1040760" cy="54108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53" name="Ink 52">
                  <a:extLst>
                    <a:ext uri="{FF2B5EF4-FFF2-40B4-BE49-F238E27FC236}">
                      <a16:creationId xmlns:a16="http://schemas.microsoft.com/office/drawing/2014/main" id="{175D1C72-B44F-F431-87B0-0D2D70704D55}"/>
                    </a:ext>
                  </a:extLst>
                </p14:cNvPr>
                <p14:cNvContentPartPr/>
                <p14:nvPr/>
              </p14:nvContentPartPr>
              <p14:xfrm>
                <a:off x="7671455" y="4999727"/>
                <a:ext cx="1247040" cy="375840"/>
              </p14:xfrm>
            </p:contentPart>
          </mc:Choice>
          <mc:Fallback>
            <p:pic>
              <p:nvPicPr>
                <p:cNvPr id="53" name="Ink 52">
                  <a:extLst>
                    <a:ext uri="{FF2B5EF4-FFF2-40B4-BE49-F238E27FC236}">
                      <a16:creationId xmlns:a16="http://schemas.microsoft.com/office/drawing/2014/main" id="{175D1C72-B44F-F431-87B0-0D2D70704D55}"/>
                    </a:ext>
                  </a:extLst>
                </p:cNvPr>
                <p:cNvPicPr/>
                <p:nvPr/>
              </p:nvPicPr>
              <p:blipFill>
                <a:blip r:embed="rId20"/>
                <a:stretch>
                  <a:fillRect/>
                </a:stretch>
              </p:blipFill>
              <p:spPr>
                <a:xfrm>
                  <a:off x="7635815" y="4963727"/>
                  <a:ext cx="1318680" cy="4474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54" name="Ink 53">
                  <a:extLst>
                    <a:ext uri="{FF2B5EF4-FFF2-40B4-BE49-F238E27FC236}">
                      <a16:creationId xmlns:a16="http://schemas.microsoft.com/office/drawing/2014/main" id="{EB5ED76A-7752-936B-3D21-42651AF799A6}"/>
                    </a:ext>
                  </a:extLst>
                </p14:cNvPr>
                <p14:cNvContentPartPr/>
                <p14:nvPr/>
              </p14:nvContentPartPr>
              <p14:xfrm>
                <a:off x="7718615" y="4984967"/>
                <a:ext cx="1008000" cy="489600"/>
              </p14:xfrm>
            </p:contentPart>
          </mc:Choice>
          <mc:Fallback>
            <p:pic>
              <p:nvPicPr>
                <p:cNvPr id="54" name="Ink 53">
                  <a:extLst>
                    <a:ext uri="{FF2B5EF4-FFF2-40B4-BE49-F238E27FC236}">
                      <a16:creationId xmlns:a16="http://schemas.microsoft.com/office/drawing/2014/main" id="{EB5ED76A-7752-936B-3D21-42651AF799A6}"/>
                    </a:ext>
                  </a:extLst>
                </p:cNvPr>
                <p:cNvPicPr/>
                <p:nvPr/>
              </p:nvPicPr>
              <p:blipFill>
                <a:blip r:embed="rId22"/>
                <a:stretch>
                  <a:fillRect/>
                </a:stretch>
              </p:blipFill>
              <p:spPr>
                <a:xfrm>
                  <a:off x="7682615" y="4949327"/>
                  <a:ext cx="1079640" cy="56124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56" name="Ink 55">
                  <a:extLst>
                    <a:ext uri="{FF2B5EF4-FFF2-40B4-BE49-F238E27FC236}">
                      <a16:creationId xmlns:a16="http://schemas.microsoft.com/office/drawing/2014/main" id="{1768933B-CEF3-19B0-48C6-46B0572ACBE2}"/>
                    </a:ext>
                  </a:extLst>
                </p14:cNvPr>
                <p14:cNvContentPartPr/>
                <p14:nvPr/>
              </p14:nvContentPartPr>
              <p14:xfrm>
                <a:off x="8823455" y="4986767"/>
                <a:ext cx="1028160" cy="421200"/>
              </p14:xfrm>
            </p:contentPart>
          </mc:Choice>
          <mc:Fallback>
            <p:pic>
              <p:nvPicPr>
                <p:cNvPr id="56" name="Ink 55">
                  <a:extLst>
                    <a:ext uri="{FF2B5EF4-FFF2-40B4-BE49-F238E27FC236}">
                      <a16:creationId xmlns:a16="http://schemas.microsoft.com/office/drawing/2014/main" id="{1768933B-CEF3-19B0-48C6-46B0572ACBE2}"/>
                    </a:ext>
                  </a:extLst>
                </p:cNvPr>
                <p:cNvPicPr/>
                <p:nvPr/>
              </p:nvPicPr>
              <p:blipFill>
                <a:blip r:embed="rId24"/>
                <a:stretch>
                  <a:fillRect/>
                </a:stretch>
              </p:blipFill>
              <p:spPr>
                <a:xfrm>
                  <a:off x="8787455" y="4951127"/>
                  <a:ext cx="1099800" cy="49284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57" name="Ink 56">
                  <a:extLst>
                    <a:ext uri="{FF2B5EF4-FFF2-40B4-BE49-F238E27FC236}">
                      <a16:creationId xmlns:a16="http://schemas.microsoft.com/office/drawing/2014/main" id="{7B24DDCD-E5F3-F575-6DAF-83FD7AE95920}"/>
                    </a:ext>
                  </a:extLst>
                </p14:cNvPr>
                <p14:cNvContentPartPr/>
                <p14:nvPr/>
              </p14:nvContentPartPr>
              <p14:xfrm>
                <a:off x="8870615" y="4887767"/>
                <a:ext cx="1112400" cy="622440"/>
              </p14:xfrm>
            </p:contentPart>
          </mc:Choice>
          <mc:Fallback>
            <p:pic>
              <p:nvPicPr>
                <p:cNvPr id="57" name="Ink 56">
                  <a:extLst>
                    <a:ext uri="{FF2B5EF4-FFF2-40B4-BE49-F238E27FC236}">
                      <a16:creationId xmlns:a16="http://schemas.microsoft.com/office/drawing/2014/main" id="{7B24DDCD-E5F3-F575-6DAF-83FD7AE95920}"/>
                    </a:ext>
                  </a:extLst>
                </p:cNvPr>
                <p:cNvPicPr/>
                <p:nvPr/>
              </p:nvPicPr>
              <p:blipFill>
                <a:blip r:embed="rId26"/>
                <a:stretch>
                  <a:fillRect/>
                </a:stretch>
              </p:blipFill>
              <p:spPr>
                <a:xfrm>
                  <a:off x="8834615" y="4852127"/>
                  <a:ext cx="1184040" cy="69408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58" name="Ink 57">
                  <a:extLst>
                    <a:ext uri="{FF2B5EF4-FFF2-40B4-BE49-F238E27FC236}">
                      <a16:creationId xmlns:a16="http://schemas.microsoft.com/office/drawing/2014/main" id="{B216B6A2-EBB5-565C-E282-932A43136538}"/>
                    </a:ext>
                  </a:extLst>
                </p14:cNvPr>
                <p14:cNvContentPartPr/>
                <p14:nvPr/>
              </p14:nvContentPartPr>
              <p14:xfrm>
                <a:off x="7587935" y="5497967"/>
                <a:ext cx="1231920" cy="289800"/>
              </p14:xfrm>
            </p:contentPart>
          </mc:Choice>
          <mc:Fallback>
            <p:pic>
              <p:nvPicPr>
                <p:cNvPr id="58" name="Ink 57">
                  <a:extLst>
                    <a:ext uri="{FF2B5EF4-FFF2-40B4-BE49-F238E27FC236}">
                      <a16:creationId xmlns:a16="http://schemas.microsoft.com/office/drawing/2014/main" id="{B216B6A2-EBB5-565C-E282-932A43136538}"/>
                    </a:ext>
                  </a:extLst>
                </p:cNvPr>
                <p:cNvPicPr/>
                <p:nvPr/>
              </p:nvPicPr>
              <p:blipFill>
                <a:blip r:embed="rId28"/>
                <a:stretch>
                  <a:fillRect/>
                </a:stretch>
              </p:blipFill>
              <p:spPr>
                <a:xfrm>
                  <a:off x="7552295" y="5461967"/>
                  <a:ext cx="1303560" cy="36144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59" name="Ink 58">
                  <a:extLst>
                    <a:ext uri="{FF2B5EF4-FFF2-40B4-BE49-F238E27FC236}">
                      <a16:creationId xmlns:a16="http://schemas.microsoft.com/office/drawing/2014/main" id="{35444A4C-0EE4-0773-0639-E3B82B6B8FC8}"/>
                    </a:ext>
                  </a:extLst>
                </p14:cNvPr>
                <p14:cNvContentPartPr/>
                <p14:nvPr/>
              </p14:nvContentPartPr>
              <p14:xfrm>
                <a:off x="7754255" y="5419127"/>
                <a:ext cx="895680" cy="459720"/>
              </p14:xfrm>
            </p:contentPart>
          </mc:Choice>
          <mc:Fallback>
            <p:pic>
              <p:nvPicPr>
                <p:cNvPr id="59" name="Ink 58">
                  <a:extLst>
                    <a:ext uri="{FF2B5EF4-FFF2-40B4-BE49-F238E27FC236}">
                      <a16:creationId xmlns:a16="http://schemas.microsoft.com/office/drawing/2014/main" id="{35444A4C-0EE4-0773-0639-E3B82B6B8FC8}"/>
                    </a:ext>
                  </a:extLst>
                </p:cNvPr>
                <p:cNvPicPr/>
                <p:nvPr/>
              </p:nvPicPr>
              <p:blipFill>
                <a:blip r:embed="rId30"/>
                <a:stretch>
                  <a:fillRect/>
                </a:stretch>
              </p:blipFill>
              <p:spPr>
                <a:xfrm>
                  <a:off x="7718615" y="5383127"/>
                  <a:ext cx="967320" cy="53136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60" name="Ink 59">
                  <a:extLst>
                    <a:ext uri="{FF2B5EF4-FFF2-40B4-BE49-F238E27FC236}">
                      <a16:creationId xmlns:a16="http://schemas.microsoft.com/office/drawing/2014/main" id="{A94E7E38-46F1-66D7-DE69-DBC4F97DBE98}"/>
                    </a:ext>
                  </a:extLst>
                </p14:cNvPr>
                <p14:cNvContentPartPr/>
                <p14:nvPr/>
              </p14:nvContentPartPr>
              <p14:xfrm>
                <a:off x="8823455" y="5509847"/>
                <a:ext cx="1326600" cy="325080"/>
              </p14:xfrm>
            </p:contentPart>
          </mc:Choice>
          <mc:Fallback>
            <p:pic>
              <p:nvPicPr>
                <p:cNvPr id="60" name="Ink 59">
                  <a:extLst>
                    <a:ext uri="{FF2B5EF4-FFF2-40B4-BE49-F238E27FC236}">
                      <a16:creationId xmlns:a16="http://schemas.microsoft.com/office/drawing/2014/main" id="{A94E7E38-46F1-66D7-DE69-DBC4F97DBE98}"/>
                    </a:ext>
                  </a:extLst>
                </p:cNvPr>
                <p:cNvPicPr/>
                <p:nvPr/>
              </p:nvPicPr>
              <p:blipFill>
                <a:blip r:embed="rId32"/>
                <a:stretch>
                  <a:fillRect/>
                </a:stretch>
              </p:blipFill>
              <p:spPr>
                <a:xfrm>
                  <a:off x="8787455" y="5474207"/>
                  <a:ext cx="1398240" cy="39672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61" name="Ink 60">
                  <a:extLst>
                    <a:ext uri="{FF2B5EF4-FFF2-40B4-BE49-F238E27FC236}">
                      <a16:creationId xmlns:a16="http://schemas.microsoft.com/office/drawing/2014/main" id="{003F45DA-9348-1CB1-EE2F-5B04D54FBDED}"/>
                    </a:ext>
                  </a:extLst>
                </p14:cNvPr>
                <p14:cNvContentPartPr/>
                <p14:nvPr/>
              </p14:nvContentPartPr>
              <p14:xfrm>
                <a:off x="8811215" y="5402567"/>
                <a:ext cx="1247400" cy="499680"/>
              </p14:xfrm>
            </p:contentPart>
          </mc:Choice>
          <mc:Fallback>
            <p:pic>
              <p:nvPicPr>
                <p:cNvPr id="61" name="Ink 60">
                  <a:extLst>
                    <a:ext uri="{FF2B5EF4-FFF2-40B4-BE49-F238E27FC236}">
                      <a16:creationId xmlns:a16="http://schemas.microsoft.com/office/drawing/2014/main" id="{003F45DA-9348-1CB1-EE2F-5B04D54FBDED}"/>
                    </a:ext>
                  </a:extLst>
                </p:cNvPr>
                <p:cNvPicPr/>
                <p:nvPr/>
              </p:nvPicPr>
              <p:blipFill>
                <a:blip r:embed="rId34"/>
                <a:stretch>
                  <a:fillRect/>
                </a:stretch>
              </p:blipFill>
              <p:spPr>
                <a:xfrm>
                  <a:off x="8775575" y="5366927"/>
                  <a:ext cx="1319040" cy="571320"/>
                </a:xfrm>
                <a:prstGeom prst="rect">
                  <a:avLst/>
                </a:prstGeom>
              </p:spPr>
            </p:pic>
          </mc:Fallback>
        </mc:AlternateContent>
      </p:grpSp>
      <p:pic>
        <p:nvPicPr>
          <p:cNvPr id="66" name="Picture 65">
            <a:extLst>
              <a:ext uri="{FF2B5EF4-FFF2-40B4-BE49-F238E27FC236}">
                <a16:creationId xmlns:a16="http://schemas.microsoft.com/office/drawing/2014/main" id="{3F2EB901-DA46-91D4-3AA9-436BD6C323ED}"/>
              </a:ext>
            </a:extLst>
          </p:cNvPr>
          <p:cNvPicPr>
            <a:picLocks noChangeAspect="1"/>
          </p:cNvPicPr>
          <p:nvPr/>
        </p:nvPicPr>
        <p:blipFill>
          <a:blip r:embed="rId35"/>
          <a:stretch>
            <a:fillRect/>
          </a:stretch>
        </p:blipFill>
        <p:spPr>
          <a:xfrm>
            <a:off x="5855255" y="143531"/>
            <a:ext cx="6023370" cy="2389839"/>
          </a:xfrm>
          <a:prstGeom prst="rect">
            <a:avLst/>
          </a:prstGeom>
        </p:spPr>
      </p:pic>
      <p:pic>
        <p:nvPicPr>
          <p:cNvPr id="70" name="Picture 69">
            <a:extLst>
              <a:ext uri="{FF2B5EF4-FFF2-40B4-BE49-F238E27FC236}">
                <a16:creationId xmlns:a16="http://schemas.microsoft.com/office/drawing/2014/main" id="{FC4929FA-F52B-5BA1-655B-B1B68C820E61}"/>
              </a:ext>
            </a:extLst>
          </p:cNvPr>
          <p:cNvPicPr>
            <a:picLocks noChangeAspect="1"/>
          </p:cNvPicPr>
          <p:nvPr/>
        </p:nvPicPr>
        <p:blipFill>
          <a:blip r:embed="rId36"/>
          <a:stretch>
            <a:fillRect/>
          </a:stretch>
        </p:blipFill>
        <p:spPr>
          <a:xfrm>
            <a:off x="6340535" y="2687385"/>
            <a:ext cx="5988358" cy="2057506"/>
          </a:xfrm>
          <a:prstGeom prst="rect">
            <a:avLst/>
          </a:prstGeom>
        </p:spPr>
      </p:pic>
      <p:pic>
        <p:nvPicPr>
          <p:cNvPr id="68" name="Picture 67">
            <a:extLst>
              <a:ext uri="{FF2B5EF4-FFF2-40B4-BE49-F238E27FC236}">
                <a16:creationId xmlns:a16="http://schemas.microsoft.com/office/drawing/2014/main" id="{3CA3E883-5A78-792A-667A-D967379124EF}"/>
              </a:ext>
            </a:extLst>
          </p:cNvPr>
          <p:cNvPicPr>
            <a:picLocks noChangeAspect="1"/>
          </p:cNvPicPr>
          <p:nvPr/>
        </p:nvPicPr>
        <p:blipFill>
          <a:blip r:embed="rId37"/>
          <a:stretch>
            <a:fillRect/>
          </a:stretch>
        </p:blipFill>
        <p:spPr>
          <a:xfrm>
            <a:off x="1125892" y="3134815"/>
            <a:ext cx="7741048" cy="762039"/>
          </a:xfrm>
          <a:prstGeom prst="rect">
            <a:avLst/>
          </a:prstGeom>
        </p:spPr>
      </p:pic>
      <p:pic>
        <p:nvPicPr>
          <p:cNvPr id="72" name="Picture 71">
            <a:extLst>
              <a:ext uri="{FF2B5EF4-FFF2-40B4-BE49-F238E27FC236}">
                <a16:creationId xmlns:a16="http://schemas.microsoft.com/office/drawing/2014/main" id="{CB9D2B06-0DEA-430F-4E65-81071A28F193}"/>
              </a:ext>
            </a:extLst>
          </p:cNvPr>
          <p:cNvPicPr>
            <a:picLocks noChangeAspect="1"/>
          </p:cNvPicPr>
          <p:nvPr/>
        </p:nvPicPr>
        <p:blipFill>
          <a:blip r:embed="rId38"/>
          <a:stretch>
            <a:fillRect/>
          </a:stretch>
        </p:blipFill>
        <p:spPr>
          <a:xfrm>
            <a:off x="3404682" y="3254967"/>
            <a:ext cx="5569236" cy="3333921"/>
          </a:xfrm>
          <a:prstGeom prst="rect">
            <a:avLst/>
          </a:prstGeom>
        </p:spPr>
      </p:pic>
    </p:spTree>
    <p:extLst>
      <p:ext uri="{BB962C8B-B14F-4D97-AF65-F5344CB8AC3E}">
        <p14:creationId xmlns:p14="http://schemas.microsoft.com/office/powerpoint/2010/main" val="159830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p:cTn id="7" dur="2000" fill="hold"/>
                                        <p:tgtEl>
                                          <p:spTgt spid="46"/>
                                        </p:tgtEl>
                                        <p:attrNameLst>
                                          <p:attrName>drawProgress</p:attrName>
                                        </p:attrNameLst>
                                      </p:cBhvr>
                                      <p:tavLst>
                                        <p:tav tm="0">
                                          <p:val>
                                            <p:fltVal val="0"/>
                                          </p:val>
                                        </p:tav>
                                        <p:tav tm="100000">
                                          <p:val>
                                            <p:fltVal val="1"/>
                                          </p:val>
                                        </p:tav>
                                      </p:tavLst>
                                    </p:anim>
                                  </p:childTnLst>
                                </p:cTn>
                              </p:par>
                              <p:par>
                                <p:cTn id="8" presetID="63" presetClass="entr" presetSubtype="0" fill="hold" nodeType="withEffect">
                                  <p:stCondLst>
                                    <p:cond delay="0"/>
                                  </p:stCondLst>
                                  <p:childTnLst>
                                    <p:set>
                                      <p:cBhvr>
                                        <p:cTn id="9" dur="1" fill="hold">
                                          <p:stCondLst>
                                            <p:cond delay="0"/>
                                          </p:stCondLst>
                                        </p:cTn>
                                        <p:tgtEl>
                                          <p:spTgt spid="62"/>
                                        </p:tgtEl>
                                        <p:attrNameLst>
                                          <p:attrName>style.visibility</p:attrName>
                                        </p:attrNameLst>
                                      </p:cBhvr>
                                      <p:to>
                                        <p:strVal val="visible"/>
                                      </p:to>
                                    </p:set>
                                    <p:anim calcmode="lin" valueType="num">
                                      <p:cBhvr>
                                        <p:cTn id="10" dur="2000" fill="hold"/>
                                        <p:tgtEl>
                                          <p:spTgt spid="62"/>
                                        </p:tgtEl>
                                        <p:attrNameLst>
                                          <p:attrName>drawProgress</p:attrName>
                                        </p:attrNameLst>
                                      </p:cBhvr>
                                      <p:tavLst>
                                        <p:tav tm="0">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70"/>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66"/>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68"/>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7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72E5B-5496-10C1-42F2-E32DAA30CE79}"/>
              </a:ext>
            </a:extLst>
          </p:cNvPr>
          <p:cNvSpPr>
            <a:spLocks noGrp="1"/>
          </p:cNvSpPr>
          <p:nvPr>
            <p:ph type="title"/>
          </p:nvPr>
        </p:nvSpPr>
        <p:spPr/>
        <p:txBody>
          <a:bodyPr/>
          <a:lstStyle/>
          <a:p>
            <a:r>
              <a:rPr lang="en-US" dirty="0"/>
              <a:t>So What Did We Learn?</a:t>
            </a:r>
          </a:p>
        </p:txBody>
      </p:sp>
      <p:pic>
        <p:nvPicPr>
          <p:cNvPr id="5" name="Picture 4" descr="A collage of a person in a suit">
            <a:extLst>
              <a:ext uri="{FF2B5EF4-FFF2-40B4-BE49-F238E27FC236}">
                <a16:creationId xmlns:a16="http://schemas.microsoft.com/office/drawing/2014/main" id="{18B7A1C4-02FA-7314-284B-3444299408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6962" y="2322708"/>
            <a:ext cx="7077075" cy="4154292"/>
          </a:xfrm>
          <a:prstGeom prst="rect">
            <a:avLst/>
          </a:prstGeom>
        </p:spPr>
      </p:pic>
    </p:spTree>
    <p:extLst>
      <p:ext uri="{BB962C8B-B14F-4D97-AF65-F5344CB8AC3E}">
        <p14:creationId xmlns:p14="http://schemas.microsoft.com/office/powerpoint/2010/main" val="16662425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F18E3-FAB8-9EC6-C9F2-8C16D28037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F1BE00-EC94-781D-5A54-BD047A64C993}"/>
              </a:ext>
            </a:extLst>
          </p:cNvPr>
          <p:cNvSpPr>
            <a:spLocks noGrp="1"/>
          </p:cNvSpPr>
          <p:nvPr>
            <p:ph type="title"/>
          </p:nvPr>
        </p:nvSpPr>
        <p:spPr>
          <a:xfrm>
            <a:off x="594360" y="198408"/>
            <a:ext cx="10972800" cy="1574317"/>
          </a:xfrm>
        </p:spPr>
        <p:txBody>
          <a:bodyPr/>
          <a:lstStyle/>
          <a:p>
            <a:r>
              <a:rPr lang="en-US" dirty="0"/>
              <a:t>Results</a:t>
            </a:r>
          </a:p>
        </p:txBody>
      </p:sp>
      <p:pic>
        <p:nvPicPr>
          <p:cNvPr id="8" name="Picture 7" descr="A screenshot of a grid&#10;&#10;AI-generated content may be incorrect.">
            <a:extLst>
              <a:ext uri="{FF2B5EF4-FFF2-40B4-BE49-F238E27FC236}">
                <a16:creationId xmlns:a16="http://schemas.microsoft.com/office/drawing/2014/main" id="{3B129552-A95C-8F9D-AD61-726212B8F7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683" y="2559316"/>
            <a:ext cx="4858073" cy="3649695"/>
          </a:xfrm>
          <a:prstGeom prst="rect">
            <a:avLst/>
          </a:prstGeom>
        </p:spPr>
      </p:pic>
      <p:pic>
        <p:nvPicPr>
          <p:cNvPr id="10" name="Picture 9" descr="A map of a city&#10;&#10;AI-generated content may be incorrect.">
            <a:extLst>
              <a:ext uri="{FF2B5EF4-FFF2-40B4-BE49-F238E27FC236}">
                <a16:creationId xmlns:a16="http://schemas.microsoft.com/office/drawing/2014/main" id="{3E9F574D-D618-63D0-F01A-8E5F16C141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2209801"/>
            <a:ext cx="3854161" cy="3999210"/>
          </a:xfrm>
          <a:prstGeom prst="rect">
            <a:avLst/>
          </a:prstGeom>
        </p:spPr>
      </p:pic>
    </p:spTree>
    <p:extLst>
      <p:ext uri="{BB962C8B-B14F-4D97-AF65-F5344CB8AC3E}">
        <p14:creationId xmlns:p14="http://schemas.microsoft.com/office/powerpoint/2010/main" val="1533009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0C1B7-6E4E-3DEE-50C0-1CA3B14303EE}"/>
              </a:ext>
            </a:extLst>
          </p:cNvPr>
          <p:cNvSpPr>
            <a:spLocks noGrp="1"/>
          </p:cNvSpPr>
          <p:nvPr>
            <p:ph type="ctrTitle"/>
          </p:nvPr>
        </p:nvSpPr>
        <p:spPr>
          <a:xfrm>
            <a:off x="594359" y="411479"/>
            <a:ext cx="7120233" cy="3291840"/>
          </a:xfrm>
        </p:spPr>
        <p:txBody>
          <a:bodyPr/>
          <a:lstStyle/>
          <a:p>
            <a:r>
              <a:rPr lang="en-US" dirty="0"/>
              <a:t>Acknowledgements</a:t>
            </a:r>
          </a:p>
        </p:txBody>
      </p:sp>
    </p:spTree>
    <p:extLst>
      <p:ext uri="{BB962C8B-B14F-4D97-AF65-F5344CB8AC3E}">
        <p14:creationId xmlns:p14="http://schemas.microsoft.com/office/powerpoint/2010/main" val="4261132419"/>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21FFAC0-05A2-416A-B06C-C248395482CF}">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{A2750711-6D2A-4EB5-BC76-B018DBF02738}tf78853419_win32</Template>
  <TotalTime>2418</TotalTime>
  <Words>1200</Words>
  <Application>Microsoft Office PowerPoint</Application>
  <PresentationFormat>Widescreen</PresentationFormat>
  <Paragraphs>102</Paragraphs>
  <Slides>12</Slides>
  <Notes>12</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18" baseType="lpstr">
      <vt:lpstr>Arial</vt:lpstr>
      <vt:lpstr>Calibri</vt:lpstr>
      <vt:lpstr>Franklin Gothic Book</vt:lpstr>
      <vt:lpstr>Franklin Gothic Demi</vt:lpstr>
      <vt:lpstr>Custom</vt:lpstr>
      <vt:lpstr>Packager Shell Object</vt:lpstr>
      <vt:lpstr>Automated road and footpath extraction in Nakivale, Uganda</vt:lpstr>
      <vt:lpstr>Refugee Settlements in Uganda</vt:lpstr>
      <vt:lpstr>Mapping Infrastructure in Nakivale</vt:lpstr>
      <vt:lpstr>Road Detection In the Tropical Agrarian Context</vt:lpstr>
      <vt:lpstr>Deep Learning for Road Extraction</vt:lpstr>
      <vt:lpstr>Anticipated Methods (overview)</vt:lpstr>
      <vt:lpstr>Anticipated Methods (detailed)</vt:lpstr>
      <vt:lpstr>Proposed Schedule</vt:lpstr>
      <vt:lpstr>Actual Schedule</vt:lpstr>
      <vt:lpstr>So What Did We Learn?</vt:lpstr>
      <vt:lpstr>Results</vt:lpstr>
      <vt:lpstr>Acknowledgements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Mondschein, Zachary</dc:creator>
  <cp:lastModifiedBy>Mondschein, Zachary</cp:lastModifiedBy>
  <cp:revision>9</cp:revision>
  <dcterms:created xsi:type="dcterms:W3CDTF">2025-10-29T01:29:36Z</dcterms:created>
  <dcterms:modified xsi:type="dcterms:W3CDTF">2025-12-02T12:12:33Z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